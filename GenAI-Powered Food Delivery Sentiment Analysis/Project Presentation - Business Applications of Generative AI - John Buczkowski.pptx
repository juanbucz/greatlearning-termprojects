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Nunito" pitchFamily="2" charset="0"/>
      <p:regular r:id="rId20"/>
      <p:bold r:id="rId21"/>
      <p:italic r:id="rId22"/>
      <p:boldItalic r:id="rId23"/>
    </p:embeddedFont>
    <p:embeddedFont>
      <p:font typeface="Nunito ExtraBold" pitchFamily="2" charset="0"/>
      <p:bold r:id="rId24"/>
      <p:boldItalic r:id="rId25"/>
    </p:embeddedFont>
    <p:embeddedFont>
      <p:font typeface="Nunito SemiBold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B319B6-1B31-4366-9C82-306C2A513EA6}">
  <a:tblStyle styleId="{01B319B6-1B31-4366-9C82-306C2A513EA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d30dbf4a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cd30dbf4a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d30dbf4a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2cd30dbf4a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d30dbf4aa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2cd30dbf4aa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d30dbf4a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2cd30dbf4aa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d30dbf4aa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2cd30dbf4aa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d30dbf4aa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2cd30dbf4aa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d30dbf4aa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cd30dbf4aa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d30dbf4aa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cd30dbf4aa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d30dbf4aa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2cd30dbf4aa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d30dbf4aa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2cd30dbf4aa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d30dbf4aa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2cd30dbf4aa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cd30dbf4aa_0_3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2cd30dbf4aa_0_30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{01B319B6-1B31-4366-9C82-306C2A513EA6}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3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5" t="18360" r="37295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5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5" t="18360" r="37295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{01B319B6-1B31-4366-9C82-306C2A513EA6}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1" name="Google Shape;141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Presentation Title</a:t>
            </a:r>
            <a:endParaRPr sz="36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35"/>
          <p:cNvSpPr txBox="1">
            <a:spLocks noGrp="1"/>
          </p:cNvSpPr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 b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and Course Name</a:t>
            </a:r>
            <a:endParaRPr sz="3000" b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35"/>
          <p:cNvSpPr txBox="1">
            <a:spLocks noGrp="1"/>
          </p:cNvSpPr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1600" b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</a:t>
            </a:r>
            <a:endParaRPr sz="1600" b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Contents / Agenda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Context, Problem Overview and Solution Approach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Exploring Different Prompting Techniques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Prompts and the structure of the Prompts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 from the Prompts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Observations/Insights and conclusions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202550" y="289275"/>
            <a:ext cx="77127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Context, Problem Overview and Solution Approach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37"/>
          <p:cNvSpPr txBox="1">
            <a:spLocks noGrp="1"/>
          </p:cNvSpPr>
          <p:nvPr>
            <p:ph type="body" idx="1"/>
          </p:nvPr>
        </p:nvSpPr>
        <p:spPr>
          <a:xfrm>
            <a:off x="202550" y="1243025"/>
            <a:ext cx="8629800" cy="3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define the problem, business context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solution approach / methodology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Exploring Different Prompting Techniques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8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Explore how using different prompting techniques impact the generated output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Understand the effectiveness of different techniques on the problem statement at hand, based on the final output extracted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 details on which is the most suitable prompting template to solve this problem statement. Justify the same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200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Prompts and the structure of the Prompts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39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the Prompt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the details on the structure of the Prompt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200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 from the Prompt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40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of the actual output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 the structured fields of the output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300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40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Observations/Insights and conclusions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4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the observations, insights and conclusions from this exercise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your recommendations for a business looking to adopt a solution such as this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" sz="12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lang="en" sz="12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sz="1300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41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2"/>
          <p:cNvSpPr txBox="1">
            <a:spLocks noGrp="1"/>
          </p:cNvSpPr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3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overview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4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dataset overview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Slide Header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44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any other pointers (if needed)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215" name="Google Shape;215;p45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On-screen Show (16:9)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Century Gothic</vt:lpstr>
      <vt:lpstr>Nunito SemiBold</vt:lpstr>
      <vt:lpstr>Nunito ExtraBold</vt:lpstr>
      <vt:lpstr>Nunito</vt:lpstr>
      <vt:lpstr>Calibri</vt:lpstr>
      <vt:lpstr>Arial</vt:lpstr>
      <vt:lpstr>Simple Light</vt:lpstr>
      <vt:lpstr>Just Logo</vt:lpstr>
      <vt:lpstr>Just Logo</vt:lpstr>
      <vt:lpstr>Presentation Title</vt:lpstr>
      <vt:lpstr>Contents / Agenda</vt:lpstr>
      <vt:lpstr>Business Context, Problem Overview and Solution Approach</vt:lpstr>
      <vt:lpstr>Exploring Different Prompting Techniques</vt:lpstr>
      <vt:lpstr>Prompts and the structure of the Prompts</vt:lpstr>
      <vt:lpstr>Output from the Prompt</vt:lpstr>
      <vt:lpstr>Observations/Insights and conclusions</vt:lpstr>
      <vt:lpstr>APPENDIX</vt:lpstr>
      <vt:lpstr>Dataset overview</vt:lpstr>
      <vt:lpstr>Slide Header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 Buczkowski</cp:lastModifiedBy>
  <cp:revision>1</cp:revision>
  <dcterms:modified xsi:type="dcterms:W3CDTF">2025-12-16T18:41:09Z</dcterms:modified>
</cp:coreProperties>
</file>