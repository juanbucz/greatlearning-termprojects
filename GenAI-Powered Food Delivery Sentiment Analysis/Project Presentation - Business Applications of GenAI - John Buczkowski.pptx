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27"/>
  </p:notesMasterIdLst>
  <p:sldIdLst>
    <p:sldId id="256" r:id="rId4"/>
    <p:sldId id="257" r:id="rId5"/>
    <p:sldId id="258" r:id="rId6"/>
    <p:sldId id="286" r:id="rId7"/>
    <p:sldId id="287" r:id="rId8"/>
    <p:sldId id="267" r:id="rId9"/>
    <p:sldId id="260" r:id="rId10"/>
    <p:sldId id="293" r:id="rId11"/>
    <p:sldId id="290" r:id="rId12"/>
    <p:sldId id="294" r:id="rId13"/>
    <p:sldId id="291" r:id="rId14"/>
    <p:sldId id="295" r:id="rId15"/>
    <p:sldId id="292" r:id="rId16"/>
    <p:sldId id="296" r:id="rId17"/>
    <p:sldId id="261" r:id="rId18"/>
    <p:sldId id="297" r:id="rId19"/>
    <p:sldId id="298" r:id="rId20"/>
    <p:sldId id="289" r:id="rId21"/>
    <p:sldId id="262" r:id="rId22"/>
    <p:sldId id="263" r:id="rId23"/>
    <p:sldId id="264" r:id="rId24"/>
    <p:sldId id="265" r:id="rId25"/>
    <p:sldId id="266" r:id="rId26"/>
  </p:sldIdLst>
  <p:sldSz cx="9144000" cy="5143500" type="screen16x9"/>
  <p:notesSz cx="6858000" cy="9144000"/>
  <p:embeddedFontLst>
    <p:embeddedFont>
      <p:font typeface="Century Gothic" panose="020B0502020202020204" pitchFamily="34" charset="0"/>
      <p:regular r:id="rId28"/>
      <p:bold r:id="rId29"/>
      <p:italic r:id="rId30"/>
      <p:boldItalic r:id="rId31"/>
    </p:embeddedFont>
    <p:embeddedFont>
      <p:font typeface="Nunito" pitchFamily="2" charset="0"/>
      <p:regular r:id="rId32"/>
      <p:bold r:id="rId33"/>
      <p:italic r:id="rId34"/>
      <p:boldItalic r:id="rId35"/>
    </p:embeddedFont>
    <p:embeddedFont>
      <p:font typeface="Nunito ExtraBold" pitchFamily="2" charset="0"/>
      <p:bold r:id="rId36"/>
      <p:boldItalic r:id="rId37"/>
    </p:embeddedFont>
    <p:embeddedFont>
      <p:font typeface="Nunito SemiBold"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B319B6-1B31-4366-9C82-306C2A513EA6}">
  <a:tblStyle styleId="{01B319B6-1B31-4366-9C82-306C2A513EA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5" d="100"/>
          <a:sy n="135" d="100"/>
        </p:scale>
        <p:origin x="918"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2.fntdata"/><Relationship Id="rId21" Type="http://schemas.openxmlformats.org/officeDocument/2006/relationships/slide" Target="slides/slide18.xml"/><Relationship Id="rId34" Type="http://schemas.openxmlformats.org/officeDocument/2006/relationships/font" Target="fonts/font7.fntdata"/><Relationship Id="rId42"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4.fntdata"/><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7.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cd30dbf4aa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2cd30dbf4aa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cd30dbf4aa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2cd30dbf4aa_0_2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cd30dbf4aa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2cd30dbf4aa_0_2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EEDC441-E887-6078-F500-23C752F2F2F0}"/>
            </a:ext>
          </a:extLst>
        </p:cNvPr>
        <p:cNvGrpSpPr/>
        <p:nvPr/>
      </p:nvGrpSpPr>
      <p:grpSpPr>
        <a:xfrm>
          <a:off x="0" y="0"/>
          <a:ext cx="0" cy="0"/>
          <a:chOff x="0" y="0"/>
          <a:chExt cx="0" cy="0"/>
        </a:xfrm>
      </p:grpSpPr>
      <p:sp>
        <p:nvSpPr>
          <p:cNvPr id="160" name="Google Shape;160;g2cd30dbf4aa_0_262:notes">
            <a:extLst>
              <a:ext uri="{FF2B5EF4-FFF2-40B4-BE49-F238E27FC236}">
                <a16:creationId xmlns:a16="http://schemas.microsoft.com/office/drawing/2014/main" id="{7249EADF-1C41-AC1D-36B5-DF94AC96E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2cd30dbf4aa_0_262:notes">
            <a:extLst>
              <a:ext uri="{FF2B5EF4-FFF2-40B4-BE49-F238E27FC236}">
                <a16:creationId xmlns:a16="http://schemas.microsoft.com/office/drawing/2014/main" id="{7E4DAE81-FD50-B50F-9074-6973CD8D96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8198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cd30dbf4aa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5BD528E-CF3E-A594-77CA-0CCA52D09465}"/>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71ED37C7-28F3-DF3E-DE5D-B6F860BF94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48FAFB0F-BCFC-9124-9848-487B1D2799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08906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A339D07-5667-489B-3DEF-A947E01EE421}"/>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76D8CD84-A2C7-1E5C-AD97-5B1F2B6A19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EBB12DBA-E390-9FBA-E079-4181EE389B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6973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6ED8C84-08DC-550F-E5E0-87B2DB2C6706}"/>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5091C032-081C-7C17-42B7-6F9C462798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31670564-23E2-CC60-B96E-3C18542C9E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6791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9A3AAF2-8064-A56D-30F2-7B0D42887A08}"/>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9217FC5D-3044-5F99-0618-C751FABC9E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F3C006A3-4928-DAEE-6EA3-8948BF23B2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4044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35F41C2-9450-E84D-7EB2-DEFD531056A8}"/>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9B2943B6-B694-A23D-F250-29662202D3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070A5515-4277-EC77-EC28-C4C1C4DF985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6181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BB412795-2710-DB65-493A-1B6BBA5BA33E}"/>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1B4A3CF3-6F8A-DFFB-4AE1-2F12FE30F1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1CD3BDB0-54C3-6C9E-1096-F868539A00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68030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D009F5F1-6DE5-6868-4EC5-107181193A49}"/>
            </a:ext>
          </a:extLst>
        </p:cNvPr>
        <p:cNvGrpSpPr/>
        <p:nvPr/>
      </p:nvGrpSpPr>
      <p:grpSpPr>
        <a:xfrm>
          <a:off x="0" y="0"/>
          <a:ext cx="0" cy="0"/>
          <a:chOff x="0" y="0"/>
          <a:chExt cx="0" cy="0"/>
        </a:xfrm>
      </p:grpSpPr>
      <p:sp>
        <p:nvSpPr>
          <p:cNvPr id="172" name="Google Shape;172;g2cd30dbf4aa_0_267:notes">
            <a:extLst>
              <a:ext uri="{FF2B5EF4-FFF2-40B4-BE49-F238E27FC236}">
                <a16:creationId xmlns:a16="http://schemas.microsoft.com/office/drawing/2014/main" id="{5CEA99C4-0F8D-B51A-1E1E-9095BD71B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cd30dbf4aa_0_267:notes">
            <a:extLst>
              <a:ext uri="{FF2B5EF4-FFF2-40B4-BE49-F238E27FC236}">
                <a16:creationId xmlns:a16="http://schemas.microsoft.com/office/drawing/2014/main" id="{F2685A39-797A-86AE-6338-BB3F475319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76906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cd30dbf4aa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cd30dbf4aa_0_2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058712AA-88CC-004A-4227-82B8059D66FC}"/>
            </a:ext>
          </a:extLst>
        </p:cNvPr>
        <p:cNvGrpSpPr/>
        <p:nvPr/>
      </p:nvGrpSpPr>
      <p:grpSpPr>
        <a:xfrm>
          <a:off x="0" y="0"/>
          <a:ext cx="0" cy="0"/>
          <a:chOff x="0" y="0"/>
          <a:chExt cx="0" cy="0"/>
        </a:xfrm>
      </p:grpSpPr>
      <p:sp>
        <p:nvSpPr>
          <p:cNvPr id="178" name="Google Shape;178;g2cd30dbf4aa_0_277:notes">
            <a:extLst>
              <a:ext uri="{FF2B5EF4-FFF2-40B4-BE49-F238E27FC236}">
                <a16:creationId xmlns:a16="http://schemas.microsoft.com/office/drawing/2014/main" id="{993A8EE9-A4F1-FBBE-1388-931CF98495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cd30dbf4aa_0_277:notes">
            <a:extLst>
              <a:ext uri="{FF2B5EF4-FFF2-40B4-BE49-F238E27FC236}">
                <a16:creationId xmlns:a16="http://schemas.microsoft.com/office/drawing/2014/main" id="{FD70C20E-3785-1672-D342-FF33AFC133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76130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9257497F-A233-DDDD-06F5-7FEA4946FDEF}"/>
            </a:ext>
          </a:extLst>
        </p:cNvPr>
        <p:cNvGrpSpPr/>
        <p:nvPr/>
      </p:nvGrpSpPr>
      <p:grpSpPr>
        <a:xfrm>
          <a:off x="0" y="0"/>
          <a:ext cx="0" cy="0"/>
          <a:chOff x="0" y="0"/>
          <a:chExt cx="0" cy="0"/>
        </a:xfrm>
      </p:grpSpPr>
      <p:sp>
        <p:nvSpPr>
          <p:cNvPr id="178" name="Google Shape;178;g2cd30dbf4aa_0_277:notes">
            <a:extLst>
              <a:ext uri="{FF2B5EF4-FFF2-40B4-BE49-F238E27FC236}">
                <a16:creationId xmlns:a16="http://schemas.microsoft.com/office/drawing/2014/main" id="{E03CFE37-F3E6-3594-70DF-170B659150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cd30dbf4aa_0_277:notes">
            <a:extLst>
              <a:ext uri="{FF2B5EF4-FFF2-40B4-BE49-F238E27FC236}">
                <a16:creationId xmlns:a16="http://schemas.microsoft.com/office/drawing/2014/main" id="{EDB84BDC-E3E0-AF58-BBBD-5EB302ED25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75304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235A7D3A-D1F5-C628-FD67-5451F58ABECC}"/>
            </a:ext>
          </a:extLst>
        </p:cNvPr>
        <p:cNvGrpSpPr/>
        <p:nvPr/>
      </p:nvGrpSpPr>
      <p:grpSpPr>
        <a:xfrm>
          <a:off x="0" y="0"/>
          <a:ext cx="0" cy="0"/>
          <a:chOff x="0" y="0"/>
          <a:chExt cx="0" cy="0"/>
        </a:xfrm>
      </p:grpSpPr>
      <p:sp>
        <p:nvSpPr>
          <p:cNvPr id="178" name="Google Shape;178;g2cd30dbf4aa_0_277:notes">
            <a:extLst>
              <a:ext uri="{FF2B5EF4-FFF2-40B4-BE49-F238E27FC236}">
                <a16:creationId xmlns:a16="http://schemas.microsoft.com/office/drawing/2014/main" id="{58E23625-B3DB-65F6-0F3E-605087E72D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g2cd30dbf4aa_0_277:notes">
            <a:extLst>
              <a:ext uri="{FF2B5EF4-FFF2-40B4-BE49-F238E27FC236}">
                <a16:creationId xmlns:a16="http://schemas.microsoft.com/office/drawing/2014/main" id="{C7D631C7-B29A-8D6F-FE99-376500D35E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23926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cd30dbf4aa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2cd30dbf4aa_0_2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cd30dbf4aa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2cd30dbf4aa_0_2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cd30dbf4aa_0_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2cd30dbf4aa_0_2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cd30dbf4aa_0_2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2cd30dbf4aa_0_2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cd30dbf4aa_0_3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g2cd30dbf4aa_0_3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2cd30dbf4aa_0_3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23</a:t>
            </a:fld>
            <a:endParaRPr sz="1200" b="0" i="0" u="none" strike="noStrike" cap="none">
              <a:solidFill>
                <a:schemeClr val="dk1"/>
              </a:solidFill>
              <a:latin typeface="Calibri"/>
              <a:ea typeface="Calibri"/>
              <a:cs typeface="Calibri"/>
              <a:sym typeface="Calibri"/>
            </a:endParaRPr>
          </a:p>
        </p:txBody>
      </p:sp>
      <p:sp>
        <p:nvSpPr>
          <p:cNvPr id="212" name="Google Shape;212;g2cd30dbf4aa_0_303: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rtl="0">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rtl="0">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rtl="0">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rtl="0">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rtl="0">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rtl="0">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rtl="0">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rtl="0">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rtl="0">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Clr>
                <a:srgbClr val="0E39A9"/>
              </a:buClr>
              <a:buSzPts val="3600"/>
              <a:buNone/>
              <a:defRPr sz="3600">
                <a:solidFill>
                  <a:srgbClr val="0E39A9"/>
                </a:solidFill>
              </a:defRPr>
            </a:lvl1pPr>
            <a:lvl2pPr lvl="1" algn="l" rtl="0">
              <a:lnSpc>
                <a:spcPct val="100000"/>
              </a:lnSpc>
              <a:spcBef>
                <a:spcPts val="0"/>
              </a:spcBef>
              <a:spcAft>
                <a:spcPts val="0"/>
              </a:spcAft>
              <a:buClr>
                <a:srgbClr val="0E39A9"/>
              </a:buClr>
              <a:buSzPts val="3600"/>
              <a:buNone/>
              <a:defRPr sz="3600">
                <a:solidFill>
                  <a:srgbClr val="0E39A9"/>
                </a:solidFill>
              </a:defRPr>
            </a:lvl2pPr>
            <a:lvl3pPr lvl="2" algn="l" rtl="0">
              <a:lnSpc>
                <a:spcPct val="100000"/>
              </a:lnSpc>
              <a:spcBef>
                <a:spcPts val="0"/>
              </a:spcBef>
              <a:spcAft>
                <a:spcPts val="0"/>
              </a:spcAft>
              <a:buClr>
                <a:srgbClr val="0E39A9"/>
              </a:buClr>
              <a:buSzPts val="3600"/>
              <a:buNone/>
              <a:defRPr sz="3600">
                <a:solidFill>
                  <a:srgbClr val="0E39A9"/>
                </a:solidFill>
              </a:defRPr>
            </a:lvl3pPr>
            <a:lvl4pPr lvl="3" algn="l" rtl="0">
              <a:lnSpc>
                <a:spcPct val="100000"/>
              </a:lnSpc>
              <a:spcBef>
                <a:spcPts val="0"/>
              </a:spcBef>
              <a:spcAft>
                <a:spcPts val="0"/>
              </a:spcAft>
              <a:buClr>
                <a:srgbClr val="0E39A9"/>
              </a:buClr>
              <a:buSzPts val="3600"/>
              <a:buNone/>
              <a:defRPr sz="3600">
                <a:solidFill>
                  <a:srgbClr val="0E39A9"/>
                </a:solidFill>
              </a:defRPr>
            </a:lvl4pPr>
            <a:lvl5pPr lvl="4" algn="l" rtl="0">
              <a:lnSpc>
                <a:spcPct val="100000"/>
              </a:lnSpc>
              <a:spcBef>
                <a:spcPts val="0"/>
              </a:spcBef>
              <a:spcAft>
                <a:spcPts val="0"/>
              </a:spcAft>
              <a:buClr>
                <a:srgbClr val="0E39A9"/>
              </a:buClr>
              <a:buSzPts val="3600"/>
              <a:buNone/>
              <a:defRPr sz="3600">
                <a:solidFill>
                  <a:srgbClr val="0E39A9"/>
                </a:solidFill>
              </a:defRPr>
            </a:lvl5pPr>
            <a:lvl6pPr lvl="5" algn="l" rtl="0">
              <a:lnSpc>
                <a:spcPct val="100000"/>
              </a:lnSpc>
              <a:spcBef>
                <a:spcPts val="0"/>
              </a:spcBef>
              <a:spcAft>
                <a:spcPts val="0"/>
              </a:spcAft>
              <a:buClr>
                <a:srgbClr val="0E39A9"/>
              </a:buClr>
              <a:buSzPts val="3600"/>
              <a:buNone/>
              <a:defRPr sz="3600">
                <a:solidFill>
                  <a:srgbClr val="0E39A9"/>
                </a:solidFill>
              </a:defRPr>
            </a:lvl6pPr>
            <a:lvl7pPr lvl="6" algn="l" rtl="0">
              <a:lnSpc>
                <a:spcPct val="100000"/>
              </a:lnSpc>
              <a:spcBef>
                <a:spcPts val="0"/>
              </a:spcBef>
              <a:spcAft>
                <a:spcPts val="0"/>
              </a:spcAft>
              <a:buClr>
                <a:srgbClr val="0E39A9"/>
              </a:buClr>
              <a:buSzPts val="3600"/>
              <a:buNone/>
              <a:defRPr sz="3600">
                <a:solidFill>
                  <a:srgbClr val="0E39A9"/>
                </a:solidFill>
              </a:defRPr>
            </a:lvl7pPr>
            <a:lvl8pPr lvl="7" algn="l" rtl="0">
              <a:lnSpc>
                <a:spcPct val="100000"/>
              </a:lnSpc>
              <a:spcBef>
                <a:spcPts val="0"/>
              </a:spcBef>
              <a:spcAft>
                <a:spcPts val="0"/>
              </a:spcAft>
              <a:buClr>
                <a:srgbClr val="0E39A9"/>
              </a:buClr>
              <a:buSzPts val="3600"/>
              <a:buNone/>
              <a:defRPr sz="3600">
                <a:solidFill>
                  <a:srgbClr val="0E39A9"/>
                </a:solidFill>
              </a:defRPr>
            </a:lvl8pPr>
            <a:lvl9pPr lvl="8" algn="l" rtl="0">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{01B319B6-1B31-4366-9C82-306C2A513EA6}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rtl="0">
              <a:lnSpc>
                <a:spcPct val="115000"/>
              </a:lnSpc>
              <a:spcBef>
                <a:spcPts val="0"/>
              </a:spcBef>
              <a:spcAft>
                <a:spcPts val="0"/>
              </a:spcAft>
              <a:buSzPts val="1500"/>
              <a:buChar char="●"/>
              <a:defRPr/>
            </a:lvl1pPr>
            <a:lvl2pPr marL="914400" lvl="1" indent="-311150" algn="l" rtl="0">
              <a:lnSpc>
                <a:spcPct val="115000"/>
              </a:lnSpc>
              <a:spcBef>
                <a:spcPts val="1600"/>
              </a:spcBef>
              <a:spcAft>
                <a:spcPts val="0"/>
              </a:spcAft>
              <a:buSzPts val="1300"/>
              <a:buChar char="○"/>
              <a:defRPr/>
            </a:lvl2pPr>
            <a:lvl3pPr marL="1371600" lvl="2" indent="-304800" algn="l" rtl="0">
              <a:lnSpc>
                <a:spcPct val="115000"/>
              </a:lnSpc>
              <a:spcBef>
                <a:spcPts val="1600"/>
              </a:spcBef>
              <a:spcAft>
                <a:spcPts val="0"/>
              </a:spcAft>
              <a:buSzPts val="1200"/>
              <a:buChar char="■"/>
              <a:defRPr/>
            </a:lvl3pPr>
            <a:lvl4pPr marL="1828800" lvl="3" indent="-298450" algn="l" rtl="0">
              <a:lnSpc>
                <a:spcPct val="115000"/>
              </a:lnSpc>
              <a:spcBef>
                <a:spcPts val="1600"/>
              </a:spcBef>
              <a:spcAft>
                <a:spcPts val="0"/>
              </a:spcAft>
              <a:buSzPts val="1100"/>
              <a:buChar char="●"/>
              <a:defRPr/>
            </a:lvl4pPr>
            <a:lvl5pPr marL="2286000" lvl="4" indent="-292100" algn="l" rtl="0">
              <a:lnSpc>
                <a:spcPct val="115000"/>
              </a:lnSpc>
              <a:spcBef>
                <a:spcPts val="1600"/>
              </a:spcBef>
              <a:spcAft>
                <a:spcPts val="0"/>
              </a:spcAft>
              <a:buSzPts val="1000"/>
              <a:buChar char="○"/>
              <a:defRPr/>
            </a:lvl5pPr>
            <a:lvl6pPr marL="2743200" lvl="5" indent="-285750" algn="l" rtl="0">
              <a:lnSpc>
                <a:spcPct val="115000"/>
              </a:lnSpc>
              <a:spcBef>
                <a:spcPts val="1600"/>
              </a:spcBef>
              <a:spcAft>
                <a:spcPts val="0"/>
              </a:spcAft>
              <a:buSzPts val="900"/>
              <a:buChar char="■"/>
              <a:defRPr/>
            </a:lvl6pPr>
            <a:lvl7pPr marL="3200400" lvl="6" indent="-279400" algn="l" rtl="0">
              <a:lnSpc>
                <a:spcPct val="115000"/>
              </a:lnSpc>
              <a:spcBef>
                <a:spcPts val="1600"/>
              </a:spcBef>
              <a:spcAft>
                <a:spcPts val="0"/>
              </a:spcAft>
              <a:buSzPts val="800"/>
              <a:buChar char="●"/>
              <a:defRPr/>
            </a:lvl7pPr>
            <a:lvl8pPr marL="3657600" lvl="7" indent="-273050" algn="l" rtl="0">
              <a:lnSpc>
                <a:spcPct val="115000"/>
              </a:lnSpc>
              <a:spcBef>
                <a:spcPts val="1600"/>
              </a:spcBef>
              <a:spcAft>
                <a:spcPts val="0"/>
              </a:spcAft>
              <a:buSzPts val="700"/>
              <a:buChar char="○"/>
              <a:defRPr/>
            </a:lvl8pPr>
            <a:lvl9pPr marL="4114800" lvl="8" indent="-266700" algn="l" rtl="0">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5" t="18360" r="37295" b="19147"/>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5" t="18360" r="37295" b="19147"/>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rtl="0">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Clr>
                <a:srgbClr val="0E39A9"/>
              </a:buClr>
              <a:buSzPts val="3600"/>
              <a:buNone/>
              <a:defRPr sz="3600">
                <a:solidFill>
                  <a:srgbClr val="0E39A9"/>
                </a:solidFill>
              </a:defRPr>
            </a:lvl1pPr>
            <a:lvl2pPr lvl="1" algn="l" rtl="0">
              <a:lnSpc>
                <a:spcPct val="100000"/>
              </a:lnSpc>
              <a:spcBef>
                <a:spcPts val="0"/>
              </a:spcBef>
              <a:spcAft>
                <a:spcPts val="0"/>
              </a:spcAft>
              <a:buClr>
                <a:srgbClr val="0E39A9"/>
              </a:buClr>
              <a:buSzPts val="3600"/>
              <a:buNone/>
              <a:defRPr sz="3600">
                <a:solidFill>
                  <a:srgbClr val="0E39A9"/>
                </a:solidFill>
              </a:defRPr>
            </a:lvl2pPr>
            <a:lvl3pPr lvl="2" algn="l" rtl="0">
              <a:lnSpc>
                <a:spcPct val="100000"/>
              </a:lnSpc>
              <a:spcBef>
                <a:spcPts val="0"/>
              </a:spcBef>
              <a:spcAft>
                <a:spcPts val="0"/>
              </a:spcAft>
              <a:buClr>
                <a:srgbClr val="0E39A9"/>
              </a:buClr>
              <a:buSzPts val="3600"/>
              <a:buNone/>
              <a:defRPr sz="3600">
                <a:solidFill>
                  <a:srgbClr val="0E39A9"/>
                </a:solidFill>
              </a:defRPr>
            </a:lvl3pPr>
            <a:lvl4pPr lvl="3" algn="l" rtl="0">
              <a:lnSpc>
                <a:spcPct val="100000"/>
              </a:lnSpc>
              <a:spcBef>
                <a:spcPts val="0"/>
              </a:spcBef>
              <a:spcAft>
                <a:spcPts val="0"/>
              </a:spcAft>
              <a:buClr>
                <a:srgbClr val="0E39A9"/>
              </a:buClr>
              <a:buSzPts val="3600"/>
              <a:buNone/>
              <a:defRPr sz="3600">
                <a:solidFill>
                  <a:srgbClr val="0E39A9"/>
                </a:solidFill>
              </a:defRPr>
            </a:lvl4pPr>
            <a:lvl5pPr lvl="4" algn="l" rtl="0">
              <a:lnSpc>
                <a:spcPct val="100000"/>
              </a:lnSpc>
              <a:spcBef>
                <a:spcPts val="0"/>
              </a:spcBef>
              <a:spcAft>
                <a:spcPts val="0"/>
              </a:spcAft>
              <a:buClr>
                <a:srgbClr val="0E39A9"/>
              </a:buClr>
              <a:buSzPts val="3600"/>
              <a:buNone/>
              <a:defRPr sz="3600">
                <a:solidFill>
                  <a:srgbClr val="0E39A9"/>
                </a:solidFill>
              </a:defRPr>
            </a:lvl5pPr>
            <a:lvl6pPr lvl="5" algn="l" rtl="0">
              <a:lnSpc>
                <a:spcPct val="100000"/>
              </a:lnSpc>
              <a:spcBef>
                <a:spcPts val="0"/>
              </a:spcBef>
              <a:spcAft>
                <a:spcPts val="0"/>
              </a:spcAft>
              <a:buClr>
                <a:srgbClr val="0E39A9"/>
              </a:buClr>
              <a:buSzPts val="3600"/>
              <a:buNone/>
              <a:defRPr sz="3600">
                <a:solidFill>
                  <a:srgbClr val="0E39A9"/>
                </a:solidFill>
              </a:defRPr>
            </a:lvl6pPr>
            <a:lvl7pPr lvl="6" algn="l" rtl="0">
              <a:lnSpc>
                <a:spcPct val="100000"/>
              </a:lnSpc>
              <a:spcBef>
                <a:spcPts val="0"/>
              </a:spcBef>
              <a:spcAft>
                <a:spcPts val="0"/>
              </a:spcAft>
              <a:buClr>
                <a:srgbClr val="0E39A9"/>
              </a:buClr>
              <a:buSzPts val="3600"/>
              <a:buNone/>
              <a:defRPr sz="3600">
                <a:solidFill>
                  <a:srgbClr val="0E39A9"/>
                </a:solidFill>
              </a:defRPr>
            </a:lvl7pPr>
            <a:lvl8pPr lvl="7" algn="l" rtl="0">
              <a:lnSpc>
                <a:spcPct val="100000"/>
              </a:lnSpc>
              <a:spcBef>
                <a:spcPts val="0"/>
              </a:spcBef>
              <a:spcAft>
                <a:spcPts val="0"/>
              </a:spcAft>
              <a:buClr>
                <a:srgbClr val="0E39A9"/>
              </a:buClr>
              <a:buSzPts val="3600"/>
              <a:buNone/>
              <a:defRPr sz="3600">
                <a:solidFill>
                  <a:srgbClr val="0E39A9"/>
                </a:solidFill>
              </a:defRPr>
            </a:lvl8pPr>
            <a:lvl9pPr lvl="8" algn="l" rtl="0">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rtl="0">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rtl="0">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rtl="0">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rtl="0">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rtl="0">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rtl="0">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rtl="0">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rtl="0">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rtl="0">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3000000" cy="3000000"/>
        </p:xfrm>
        <a:graphic>
          <a:graphicData uri="http://schemas.openxmlformats.org/drawingml/2006/table">
            <a:tbl>
              <a:tblPr firstRow="1" bandRow="1">
                <a:noFill/>
                <a:tableStyleId>{01B319B6-1B31-4366-9C82-306C2A513EA6}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rtl="0">
              <a:lnSpc>
                <a:spcPct val="115000"/>
              </a:lnSpc>
              <a:spcBef>
                <a:spcPts val="0"/>
              </a:spcBef>
              <a:spcAft>
                <a:spcPts val="0"/>
              </a:spcAft>
              <a:buSzPts val="1400"/>
              <a:buChar char="●"/>
              <a:defRPr sz="1400"/>
            </a:lvl1pPr>
            <a:lvl2pPr marL="914400" lvl="1" indent="-304800" algn="l" rtl="0">
              <a:lnSpc>
                <a:spcPct val="115000"/>
              </a:lnSpc>
              <a:spcBef>
                <a:spcPts val="1600"/>
              </a:spcBef>
              <a:spcAft>
                <a:spcPts val="0"/>
              </a:spcAft>
              <a:buSzPts val="1200"/>
              <a:buChar char="○"/>
              <a:defRPr sz="1200"/>
            </a:lvl2pPr>
            <a:lvl3pPr marL="1371600" lvl="2" indent="-304800" algn="l" rtl="0">
              <a:lnSpc>
                <a:spcPct val="115000"/>
              </a:lnSpc>
              <a:spcBef>
                <a:spcPts val="1600"/>
              </a:spcBef>
              <a:spcAft>
                <a:spcPts val="0"/>
              </a:spcAft>
              <a:buSzPts val="1200"/>
              <a:buChar char="■"/>
              <a:defRPr sz="1200"/>
            </a:lvl3pPr>
            <a:lvl4pPr marL="1828800" lvl="3" indent="-304800" algn="l" rtl="0">
              <a:lnSpc>
                <a:spcPct val="115000"/>
              </a:lnSpc>
              <a:spcBef>
                <a:spcPts val="1600"/>
              </a:spcBef>
              <a:spcAft>
                <a:spcPts val="0"/>
              </a:spcAft>
              <a:buSzPts val="1200"/>
              <a:buChar char="●"/>
              <a:defRPr sz="1200"/>
            </a:lvl4pPr>
            <a:lvl5pPr marL="2286000" lvl="4" indent="-304800" algn="l" rtl="0">
              <a:lnSpc>
                <a:spcPct val="115000"/>
              </a:lnSpc>
              <a:spcBef>
                <a:spcPts val="1600"/>
              </a:spcBef>
              <a:spcAft>
                <a:spcPts val="0"/>
              </a:spcAft>
              <a:buSzPts val="1200"/>
              <a:buChar char="○"/>
              <a:defRPr sz="1200"/>
            </a:lvl5pPr>
            <a:lvl6pPr marL="2743200" lvl="5" indent="-304800" algn="l" rtl="0">
              <a:lnSpc>
                <a:spcPct val="115000"/>
              </a:lnSpc>
              <a:spcBef>
                <a:spcPts val="1600"/>
              </a:spcBef>
              <a:spcAft>
                <a:spcPts val="0"/>
              </a:spcAft>
              <a:buSzPts val="1200"/>
              <a:buChar char="■"/>
              <a:defRPr sz="1200"/>
            </a:lvl6pPr>
            <a:lvl7pPr marL="3200400" lvl="6" indent="-304800" algn="l" rtl="0">
              <a:lnSpc>
                <a:spcPct val="115000"/>
              </a:lnSpc>
              <a:spcBef>
                <a:spcPts val="1600"/>
              </a:spcBef>
              <a:spcAft>
                <a:spcPts val="0"/>
              </a:spcAft>
              <a:buSzPts val="1200"/>
              <a:buChar char="●"/>
              <a:defRPr sz="1200"/>
            </a:lvl7pPr>
            <a:lvl8pPr marL="3657600" lvl="7" indent="-304800" algn="l" rtl="0">
              <a:lnSpc>
                <a:spcPct val="115000"/>
              </a:lnSpc>
              <a:spcBef>
                <a:spcPts val="1600"/>
              </a:spcBef>
              <a:spcAft>
                <a:spcPts val="0"/>
              </a:spcAft>
              <a:buSzPts val="1200"/>
              <a:buChar char="○"/>
              <a:defRPr sz="1200"/>
            </a:lvl8pPr>
            <a:lvl9pPr marL="4114800" lvl="8" indent="-304800" algn="l" rtl="0">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200"/>
              <a:buNone/>
              <a:defRPr/>
            </a:lvl1pPr>
            <a:lvl2pPr lvl="1" algn="l" rtl="0">
              <a:lnSpc>
                <a:spcPct val="100000"/>
              </a:lnSpc>
              <a:spcBef>
                <a:spcPts val="0"/>
              </a:spcBef>
              <a:spcAft>
                <a:spcPts val="0"/>
              </a:spcAft>
              <a:buSzPts val="2500"/>
              <a:buNone/>
              <a:defRPr/>
            </a:lvl2pPr>
            <a:lvl3pPr lvl="2" algn="l" rtl="0">
              <a:lnSpc>
                <a:spcPct val="100000"/>
              </a:lnSpc>
              <a:spcBef>
                <a:spcPts val="0"/>
              </a:spcBef>
              <a:spcAft>
                <a:spcPts val="0"/>
              </a:spcAft>
              <a:buSzPts val="2500"/>
              <a:buNone/>
              <a:defRPr/>
            </a:lvl3pPr>
            <a:lvl4pPr lvl="3" algn="l" rtl="0">
              <a:lnSpc>
                <a:spcPct val="100000"/>
              </a:lnSpc>
              <a:spcBef>
                <a:spcPts val="0"/>
              </a:spcBef>
              <a:spcAft>
                <a:spcPts val="0"/>
              </a:spcAft>
              <a:buSzPts val="2500"/>
              <a:buNone/>
              <a:defRPr/>
            </a:lvl4pPr>
            <a:lvl5pPr lvl="4" algn="l" rtl="0">
              <a:lnSpc>
                <a:spcPct val="100000"/>
              </a:lnSpc>
              <a:spcBef>
                <a:spcPts val="0"/>
              </a:spcBef>
              <a:spcAft>
                <a:spcPts val="0"/>
              </a:spcAft>
              <a:buSzPts val="2500"/>
              <a:buNone/>
              <a:defRPr/>
            </a:lvl5pPr>
            <a:lvl6pPr lvl="5" algn="l" rtl="0">
              <a:lnSpc>
                <a:spcPct val="100000"/>
              </a:lnSpc>
              <a:spcBef>
                <a:spcPts val="0"/>
              </a:spcBef>
              <a:spcAft>
                <a:spcPts val="0"/>
              </a:spcAft>
              <a:buSzPts val="2500"/>
              <a:buNone/>
              <a:defRPr/>
            </a:lvl6pPr>
            <a:lvl7pPr lvl="6" algn="l" rtl="0">
              <a:lnSpc>
                <a:spcPct val="100000"/>
              </a:lnSpc>
              <a:spcBef>
                <a:spcPts val="0"/>
              </a:spcBef>
              <a:spcAft>
                <a:spcPts val="0"/>
              </a:spcAft>
              <a:buSzPts val="2500"/>
              <a:buNone/>
              <a:defRPr/>
            </a:lvl7pPr>
            <a:lvl8pPr lvl="7" algn="l" rtl="0">
              <a:lnSpc>
                <a:spcPct val="100000"/>
              </a:lnSpc>
              <a:spcBef>
                <a:spcPts val="0"/>
              </a:spcBef>
              <a:spcAft>
                <a:spcPts val="0"/>
              </a:spcAft>
              <a:buSzPts val="2500"/>
              <a:buNone/>
              <a:defRPr/>
            </a:lvl8pPr>
            <a:lvl9pPr lvl="8" algn="l" rtl="0">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rtl="0">
              <a:lnSpc>
                <a:spcPct val="100000"/>
              </a:lnSpc>
              <a:spcBef>
                <a:spcPts val="0"/>
              </a:spcBef>
              <a:spcAft>
                <a:spcPts val="0"/>
              </a:spcAft>
              <a:buSzPts val="4800"/>
              <a:buNone/>
              <a:defRPr sz="4800"/>
            </a:lvl1pPr>
            <a:lvl2pPr lvl="1" algn="l" rtl="0">
              <a:lnSpc>
                <a:spcPct val="100000"/>
              </a:lnSpc>
              <a:spcBef>
                <a:spcPts val="0"/>
              </a:spcBef>
              <a:spcAft>
                <a:spcPts val="0"/>
              </a:spcAft>
              <a:buSzPts val="4800"/>
              <a:buNone/>
              <a:defRPr sz="4800"/>
            </a:lvl2pPr>
            <a:lvl3pPr lvl="2" algn="l" rtl="0">
              <a:lnSpc>
                <a:spcPct val="100000"/>
              </a:lnSpc>
              <a:spcBef>
                <a:spcPts val="0"/>
              </a:spcBef>
              <a:spcAft>
                <a:spcPts val="0"/>
              </a:spcAft>
              <a:buSzPts val="4800"/>
              <a:buNone/>
              <a:defRPr sz="4800"/>
            </a:lvl3pPr>
            <a:lvl4pPr lvl="3" algn="l" rtl="0">
              <a:lnSpc>
                <a:spcPct val="100000"/>
              </a:lnSpc>
              <a:spcBef>
                <a:spcPts val="0"/>
              </a:spcBef>
              <a:spcAft>
                <a:spcPts val="0"/>
              </a:spcAft>
              <a:buSzPts val="4800"/>
              <a:buNone/>
              <a:defRPr sz="4800"/>
            </a:lvl4pPr>
            <a:lvl5pPr lvl="4" algn="l" rtl="0">
              <a:lnSpc>
                <a:spcPct val="100000"/>
              </a:lnSpc>
              <a:spcBef>
                <a:spcPts val="0"/>
              </a:spcBef>
              <a:spcAft>
                <a:spcPts val="0"/>
              </a:spcAft>
              <a:buSzPts val="4800"/>
              <a:buNone/>
              <a:defRPr sz="4800"/>
            </a:lvl5pPr>
            <a:lvl6pPr lvl="5" algn="l" rtl="0">
              <a:lnSpc>
                <a:spcPct val="100000"/>
              </a:lnSpc>
              <a:spcBef>
                <a:spcPts val="0"/>
              </a:spcBef>
              <a:spcAft>
                <a:spcPts val="0"/>
              </a:spcAft>
              <a:buSzPts val="4800"/>
              <a:buNone/>
              <a:defRPr sz="4800"/>
            </a:lvl6pPr>
            <a:lvl7pPr lvl="6" algn="l" rtl="0">
              <a:lnSpc>
                <a:spcPct val="100000"/>
              </a:lnSpc>
              <a:spcBef>
                <a:spcPts val="0"/>
              </a:spcBef>
              <a:spcAft>
                <a:spcPts val="0"/>
              </a:spcAft>
              <a:buSzPts val="4800"/>
              <a:buNone/>
              <a:defRPr sz="4800"/>
            </a:lvl7pPr>
            <a:lvl8pPr lvl="7" algn="l" rtl="0">
              <a:lnSpc>
                <a:spcPct val="100000"/>
              </a:lnSpc>
              <a:spcBef>
                <a:spcPts val="0"/>
              </a:spcBef>
              <a:spcAft>
                <a:spcPts val="0"/>
              </a:spcAft>
              <a:buSzPts val="4800"/>
              <a:buNone/>
              <a:defRPr sz="4800"/>
            </a:lvl8pPr>
            <a:lvl9pPr lvl="8" algn="l" rtl="0">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4200"/>
              <a:buNone/>
              <a:defRPr sz="4200"/>
            </a:lvl1pPr>
            <a:lvl2pPr lvl="1" algn="ctr" rtl="0">
              <a:lnSpc>
                <a:spcPct val="100000"/>
              </a:lnSpc>
              <a:spcBef>
                <a:spcPts val="0"/>
              </a:spcBef>
              <a:spcAft>
                <a:spcPts val="0"/>
              </a:spcAft>
              <a:buSzPts val="4200"/>
              <a:buNone/>
              <a:defRPr sz="4200"/>
            </a:lvl2pPr>
            <a:lvl3pPr lvl="2" algn="ctr" rtl="0">
              <a:lnSpc>
                <a:spcPct val="100000"/>
              </a:lnSpc>
              <a:spcBef>
                <a:spcPts val="0"/>
              </a:spcBef>
              <a:spcAft>
                <a:spcPts val="0"/>
              </a:spcAft>
              <a:buSzPts val="4200"/>
              <a:buNone/>
              <a:defRPr sz="4200"/>
            </a:lvl3pPr>
            <a:lvl4pPr lvl="3" algn="ctr" rtl="0">
              <a:lnSpc>
                <a:spcPct val="100000"/>
              </a:lnSpc>
              <a:spcBef>
                <a:spcPts val="0"/>
              </a:spcBef>
              <a:spcAft>
                <a:spcPts val="0"/>
              </a:spcAft>
              <a:buSzPts val="4200"/>
              <a:buNone/>
              <a:defRPr sz="4200"/>
            </a:lvl4pPr>
            <a:lvl5pPr lvl="4" algn="ctr" rtl="0">
              <a:lnSpc>
                <a:spcPct val="100000"/>
              </a:lnSpc>
              <a:spcBef>
                <a:spcPts val="0"/>
              </a:spcBef>
              <a:spcAft>
                <a:spcPts val="0"/>
              </a:spcAft>
              <a:buSzPts val="4200"/>
              <a:buNone/>
              <a:defRPr sz="4200"/>
            </a:lvl5pPr>
            <a:lvl6pPr lvl="5" algn="ctr" rtl="0">
              <a:lnSpc>
                <a:spcPct val="100000"/>
              </a:lnSpc>
              <a:spcBef>
                <a:spcPts val="0"/>
              </a:spcBef>
              <a:spcAft>
                <a:spcPts val="0"/>
              </a:spcAft>
              <a:buSzPts val="4200"/>
              <a:buNone/>
              <a:defRPr sz="4200"/>
            </a:lvl6pPr>
            <a:lvl7pPr lvl="6" algn="ctr" rtl="0">
              <a:lnSpc>
                <a:spcPct val="100000"/>
              </a:lnSpc>
              <a:spcBef>
                <a:spcPts val="0"/>
              </a:spcBef>
              <a:spcAft>
                <a:spcPts val="0"/>
              </a:spcAft>
              <a:buSzPts val="4200"/>
              <a:buNone/>
              <a:defRPr sz="4200"/>
            </a:lvl7pPr>
            <a:lvl8pPr lvl="7" algn="ctr" rtl="0">
              <a:lnSpc>
                <a:spcPct val="100000"/>
              </a:lnSpc>
              <a:spcBef>
                <a:spcPts val="0"/>
              </a:spcBef>
              <a:spcAft>
                <a:spcPts val="0"/>
              </a:spcAft>
              <a:buSzPts val="4200"/>
              <a:buNone/>
              <a:defRPr sz="4200"/>
            </a:lvl8pPr>
            <a:lvl9pPr lvl="8" algn="ctr" rtl="0">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rtl="0">
              <a:lnSpc>
                <a:spcPct val="115000"/>
              </a:lnSpc>
              <a:spcBef>
                <a:spcPts val="0"/>
              </a:spcBef>
              <a:spcAft>
                <a:spcPts val="0"/>
              </a:spcAft>
              <a:buSzPts val="1500"/>
              <a:buChar char="●"/>
              <a:defRPr/>
            </a:lvl1pPr>
            <a:lvl2pPr marL="914400" lvl="1" indent="-311150" algn="l" rtl="0">
              <a:lnSpc>
                <a:spcPct val="115000"/>
              </a:lnSpc>
              <a:spcBef>
                <a:spcPts val="1600"/>
              </a:spcBef>
              <a:spcAft>
                <a:spcPts val="0"/>
              </a:spcAft>
              <a:buSzPts val="1300"/>
              <a:buChar char="○"/>
              <a:defRPr/>
            </a:lvl2pPr>
            <a:lvl3pPr marL="1371600" lvl="2" indent="-304800" algn="l" rtl="0">
              <a:lnSpc>
                <a:spcPct val="115000"/>
              </a:lnSpc>
              <a:spcBef>
                <a:spcPts val="1600"/>
              </a:spcBef>
              <a:spcAft>
                <a:spcPts val="0"/>
              </a:spcAft>
              <a:buSzPts val="1200"/>
              <a:buChar char="■"/>
              <a:defRPr/>
            </a:lvl3pPr>
            <a:lvl4pPr marL="1828800" lvl="3" indent="-298450" algn="l" rtl="0">
              <a:lnSpc>
                <a:spcPct val="115000"/>
              </a:lnSpc>
              <a:spcBef>
                <a:spcPts val="1600"/>
              </a:spcBef>
              <a:spcAft>
                <a:spcPts val="0"/>
              </a:spcAft>
              <a:buSzPts val="1100"/>
              <a:buChar char="●"/>
              <a:defRPr/>
            </a:lvl4pPr>
            <a:lvl5pPr marL="2286000" lvl="4" indent="-292100" algn="l" rtl="0">
              <a:lnSpc>
                <a:spcPct val="115000"/>
              </a:lnSpc>
              <a:spcBef>
                <a:spcPts val="1600"/>
              </a:spcBef>
              <a:spcAft>
                <a:spcPts val="0"/>
              </a:spcAft>
              <a:buSzPts val="1000"/>
              <a:buChar char="○"/>
              <a:defRPr/>
            </a:lvl5pPr>
            <a:lvl6pPr marL="2743200" lvl="5" indent="-285750" algn="l" rtl="0">
              <a:lnSpc>
                <a:spcPct val="115000"/>
              </a:lnSpc>
              <a:spcBef>
                <a:spcPts val="1600"/>
              </a:spcBef>
              <a:spcAft>
                <a:spcPts val="0"/>
              </a:spcAft>
              <a:buSzPts val="900"/>
              <a:buChar char="■"/>
              <a:defRPr/>
            </a:lvl6pPr>
            <a:lvl7pPr marL="3200400" lvl="6" indent="-279400" algn="l" rtl="0">
              <a:lnSpc>
                <a:spcPct val="115000"/>
              </a:lnSpc>
              <a:spcBef>
                <a:spcPts val="1600"/>
              </a:spcBef>
              <a:spcAft>
                <a:spcPts val="0"/>
              </a:spcAft>
              <a:buSzPts val="800"/>
              <a:buChar char="●"/>
              <a:defRPr/>
            </a:lvl7pPr>
            <a:lvl8pPr marL="3657600" lvl="7" indent="-273050" algn="l" rtl="0">
              <a:lnSpc>
                <a:spcPct val="115000"/>
              </a:lnSpc>
              <a:spcBef>
                <a:spcPts val="1600"/>
              </a:spcBef>
              <a:spcAft>
                <a:spcPts val="0"/>
              </a:spcAft>
              <a:buSzPts val="700"/>
              <a:buChar char="○"/>
              <a:defRPr/>
            </a:lvl8pPr>
            <a:lvl9pPr marL="4114800" lvl="8" indent="-266700" algn="l" rtl="0">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3" name="Google Shape;103;p24"/>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2" name="Google Shape;152;p35"/>
          <p:cNvSpPr txBox="1">
            <a:spLocks noGrp="1"/>
          </p:cNvSpPr>
          <p:nvPr>
            <p:ph type="ctrTitle"/>
          </p:nvPr>
        </p:nvSpPr>
        <p:spPr>
          <a:xfrm>
            <a:off x="1153000" y="2429300"/>
            <a:ext cx="6827700" cy="66123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solidFill>
                  <a:schemeClr val="lt2"/>
                </a:solidFill>
                <a:latin typeface="Century Gothic"/>
                <a:ea typeface="Century Gothic"/>
                <a:cs typeface="Century Gothic"/>
                <a:sym typeface="Century Gothic"/>
              </a:rPr>
              <a:t>John Buczkowski</a:t>
            </a:r>
            <a:br>
              <a:rPr lang="en" sz="1600" b="0" dirty="0">
                <a:solidFill>
                  <a:schemeClr val="lt2"/>
                </a:solidFill>
                <a:latin typeface="Century Gothic"/>
                <a:ea typeface="Century Gothic"/>
                <a:cs typeface="Century Gothic"/>
                <a:sym typeface="Century Gothic"/>
              </a:rPr>
            </a:br>
            <a:r>
              <a:rPr lang="en" sz="1600" b="0" dirty="0">
                <a:solidFill>
                  <a:schemeClr val="lt2"/>
                </a:solidFill>
                <a:latin typeface="Century Gothic"/>
                <a:ea typeface="Century Gothic"/>
                <a:cs typeface="Century Gothic"/>
                <a:sym typeface="Century Gothic"/>
              </a:rPr>
              <a:t>December 29</a:t>
            </a:r>
            <a:r>
              <a:rPr lang="en" sz="1600" b="0" baseline="30000" dirty="0">
                <a:solidFill>
                  <a:schemeClr val="lt2"/>
                </a:solidFill>
                <a:latin typeface="Century Gothic"/>
                <a:ea typeface="Century Gothic"/>
                <a:cs typeface="Century Gothic"/>
                <a:sym typeface="Century Gothic"/>
              </a:rPr>
              <a:t>th</a:t>
            </a:r>
            <a:r>
              <a:rPr lang="en" sz="1600" b="0" dirty="0">
                <a:solidFill>
                  <a:schemeClr val="lt2"/>
                </a:solidFill>
                <a:latin typeface="Century Gothic"/>
                <a:ea typeface="Century Gothic"/>
                <a:cs typeface="Century Gothic"/>
                <a:sym typeface="Century Gothic"/>
              </a:rPr>
              <a:t>, 2025</a:t>
            </a:r>
            <a:endParaRPr sz="1600" b="0" dirty="0">
              <a:solidFill>
                <a:schemeClr val="lt2"/>
              </a:solidFill>
              <a:latin typeface="Century Gothic"/>
              <a:ea typeface="Century Gothic"/>
              <a:cs typeface="Century Gothic"/>
              <a:sym typeface="Century Gothic"/>
            </a:endParaRPr>
          </a:p>
        </p:txBody>
      </p:sp>
      <p:sp>
        <p:nvSpPr>
          <p:cNvPr id="8" name="Google Shape;153;p34">
            <a:extLst>
              <a:ext uri="{FF2B5EF4-FFF2-40B4-BE49-F238E27FC236}">
                <a16:creationId xmlns:a16="http://schemas.microsoft.com/office/drawing/2014/main" id="{790C202E-96BB-6003-159A-DC7E9F6C920D}"/>
              </a:ext>
            </a:extLst>
          </p:cNvPr>
          <p:cNvSpPr txBox="1">
            <a:spLocks/>
          </p:cNvSpPr>
          <p:nvPr/>
        </p:nvSpPr>
        <p:spPr>
          <a:xfrm>
            <a:off x="645250" y="1091600"/>
            <a:ext cx="7843200" cy="1337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E39A9"/>
              </a:buClr>
              <a:buSzPts val="4800"/>
              <a:buFont typeface="Nunito"/>
              <a:buNone/>
              <a:defRPr sz="4800" b="1" i="0" u="none" strike="noStrike" cap="none">
                <a:solidFill>
                  <a:srgbClr val="0E39A9"/>
                </a:solidFill>
                <a:latin typeface="Nunito"/>
                <a:ea typeface="Nunito"/>
                <a:cs typeface="Nunito"/>
                <a:sym typeface="Nunito"/>
              </a:defRPr>
            </a:lvl1pPr>
            <a:lvl2pPr marR="0" lvl="1"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2pPr>
            <a:lvl3pPr marR="0" lvl="2"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3pPr>
            <a:lvl4pPr marR="0" lvl="3"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4pPr>
            <a:lvl5pPr marR="0" lvl="4"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5pPr>
            <a:lvl6pPr marR="0" lvl="5"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6pPr>
            <a:lvl7pPr marR="0" lvl="6"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7pPr>
            <a:lvl8pPr marR="0" lvl="7"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8pPr>
            <a:lvl9pPr marR="0" lvl="8"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9pPr>
          </a:lstStyle>
          <a:p>
            <a:r>
              <a:rPr lang="en-US" sz="3300" dirty="0">
                <a:latin typeface="Century Gothic"/>
                <a:ea typeface="Century Gothic"/>
                <a:cs typeface="Century Gothic"/>
                <a:sym typeface="Century Gothic"/>
              </a:rPr>
              <a:t>Food Delivery Sentiment Analysis</a:t>
            </a:r>
          </a:p>
          <a:p>
            <a:r>
              <a:rPr lang="en-US" sz="3300" b="0" dirty="0">
                <a:latin typeface="Century Gothic"/>
                <a:ea typeface="Century Gothic"/>
                <a:cs typeface="Century Gothic"/>
                <a:sym typeface="Century Gothic"/>
              </a:rPr>
              <a:t>Generative-AI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Contents / Agenda</a:t>
            </a:r>
            <a:endParaRPr>
              <a:solidFill>
                <a:schemeClr val="lt2"/>
              </a:solidFill>
              <a:latin typeface="Century Gothic"/>
              <a:ea typeface="Century Gothic"/>
              <a:cs typeface="Century Gothic"/>
              <a:sym typeface="Century Gothic"/>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Business Context, Problem Overview and Solution Approach</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Exploring Different Prompting Techniques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Prompts and the structure of the Prompts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Output from the Prompts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Observations/Insights and conclusions</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Appendix</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5"/>
            <a:ext cx="7712700" cy="810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Project Goals And Objectives</a:t>
            </a:r>
            <a:endParaRPr dirty="0">
              <a:solidFill>
                <a:schemeClr val="lt2"/>
              </a:solidFill>
              <a:latin typeface="Century Gothic"/>
              <a:ea typeface="Century Gothic"/>
              <a:cs typeface="Century Gothic"/>
              <a:sym typeface="Century Gothic"/>
            </a:endParaRPr>
          </a:p>
        </p:txBody>
      </p:sp>
      <p:sp>
        <p:nvSpPr>
          <p:cNvPr id="164" name="Google Shape;164;p37"/>
          <p:cNvSpPr txBox="1">
            <a:spLocks noGrp="1"/>
          </p:cNvSpPr>
          <p:nvPr>
            <p:ph type="body" idx="1"/>
          </p:nvPr>
        </p:nvSpPr>
        <p:spPr>
          <a:xfrm>
            <a:off x="202550" y="1243025"/>
            <a:ext cx="8629800" cy="3611200"/>
          </a:xfrm>
          <a:prstGeom prst="rect">
            <a:avLst/>
          </a:prstGeom>
          <a:noFill/>
          <a:ln>
            <a:noFill/>
          </a:ln>
        </p:spPr>
        <p:txBody>
          <a:bodyPr spcFirstLastPara="1" wrap="square" lIns="91425" tIns="91425" rIns="91425" bIns="91425" anchor="t" anchorCtr="0">
            <a:noAutofit/>
          </a:bodyPr>
          <a:lstStyle/>
          <a:p>
            <a:pPr marL="139700" indent="0">
              <a:spcBef>
                <a:spcPts val="1000"/>
              </a:spcBef>
              <a:buClr>
                <a:schemeClr val="dk1"/>
              </a:buClr>
              <a:buSzPts val="1400"/>
              <a:buNone/>
            </a:pPr>
            <a:r>
              <a:rPr lang="en-US" sz="1400" b="1" dirty="0"/>
              <a:t>Goal:</a:t>
            </a:r>
          </a:p>
          <a:p>
            <a:pPr marL="139700" indent="0">
              <a:spcBef>
                <a:spcPts val="400"/>
              </a:spcBef>
              <a:buClr>
                <a:schemeClr val="dk1"/>
              </a:buClr>
              <a:buSzPts val="1400"/>
              <a:buNone/>
            </a:pPr>
            <a:endParaRPr lang="en-US" sz="700" b="1" dirty="0"/>
          </a:p>
          <a:p>
            <a:pPr marL="133350" indent="0">
              <a:buNone/>
            </a:pPr>
            <a:r>
              <a:rPr lang="en-US" sz="1400" dirty="0"/>
              <a:t>A bank's consumer credit department seeks to streamline the decision-making process for home equity lines of credit. In compliance with the Equal Credit Opportunity Act (ECOA), the department requires an empirically derived and statistically sound credit scoring model.</a:t>
            </a:r>
          </a:p>
          <a:p>
            <a:pPr marL="133350" indent="0">
              <a:buNone/>
            </a:pPr>
            <a:endParaRPr lang="en-US" sz="700" dirty="0"/>
          </a:p>
          <a:p>
            <a:pPr marL="133350" indent="0">
              <a:buNone/>
            </a:pPr>
            <a:r>
              <a:rPr lang="en-US" sz="1400" dirty="0"/>
              <a:t>The model will be developed using data collected through the existing loan underwriting process from recent applicants who were granted credit. The model needs to be interpretable to provide reasonings for loan acceptances/rejections.</a:t>
            </a:r>
          </a:p>
          <a:p>
            <a:pPr marL="133350" indent="0">
              <a:buNone/>
            </a:pPr>
            <a:endParaRPr lang="en-US" sz="700" dirty="0"/>
          </a:p>
          <a:p>
            <a:pPr marL="139700" indent="0">
              <a:spcBef>
                <a:spcPts val="1000"/>
              </a:spcBef>
              <a:buClr>
                <a:schemeClr val="dk1"/>
              </a:buClr>
              <a:buSzPts val="1400"/>
              <a:buNone/>
            </a:pPr>
            <a:r>
              <a:rPr lang="en-US" sz="1400" b="1" dirty="0"/>
              <a:t>Objective:</a:t>
            </a:r>
          </a:p>
          <a:p>
            <a:pPr marL="139700" indent="0">
              <a:spcBef>
                <a:spcPts val="1000"/>
              </a:spcBef>
              <a:buClr>
                <a:schemeClr val="dk1"/>
              </a:buClr>
              <a:buSzPts val="1400"/>
              <a:buNone/>
            </a:pPr>
            <a:r>
              <a:rPr lang="en-US" sz="1400" dirty="0"/>
              <a:t>Build a classification model using an Artificial Neural Network (ANN) to predict clients who are likely to default on  loans. The model should provide recommendations on the key features to consider during loan approval.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AC7F-EAFB-724B-5A24-394B8868E06D}"/>
              </a:ext>
            </a:extLst>
          </p:cNvPr>
          <p:cNvSpPr>
            <a:spLocks noGrp="1"/>
          </p:cNvSpPr>
          <p:nvPr>
            <p:ph type="title"/>
          </p:nvPr>
        </p:nvSpPr>
        <p:spPr>
          <a:xfrm>
            <a:off x="202550" y="84147"/>
            <a:ext cx="8520600" cy="572700"/>
          </a:xfrm>
        </p:spPr>
        <p:txBody>
          <a:bodyPr/>
          <a:lstStyle/>
          <a:p>
            <a:r>
              <a:rPr lang="en-US" dirty="0">
                <a:solidFill>
                  <a:schemeClr val="lt2"/>
                </a:solidFill>
                <a:latin typeface="Century Gothic"/>
                <a:ea typeface="Century Gothic"/>
                <a:cs typeface="Century Gothic"/>
                <a:sym typeface="Century Gothic"/>
              </a:rPr>
              <a:t>Solution Approach</a:t>
            </a:r>
            <a:br>
              <a:rPr lang="en-US" dirty="0">
                <a:solidFill>
                  <a:schemeClr val="lt2"/>
                </a:solidFill>
                <a:latin typeface="Century Gothic"/>
                <a:ea typeface="Century Gothic"/>
                <a:cs typeface="Century Gothic"/>
                <a:sym typeface="Century Gothic"/>
              </a:rPr>
            </a:br>
            <a:endParaRPr lang="en-US" dirty="0"/>
          </a:p>
        </p:txBody>
      </p:sp>
      <p:sp>
        <p:nvSpPr>
          <p:cNvPr id="3" name="Text Placeholder 2">
            <a:extLst>
              <a:ext uri="{FF2B5EF4-FFF2-40B4-BE49-F238E27FC236}">
                <a16:creationId xmlns:a16="http://schemas.microsoft.com/office/drawing/2014/main" id="{8EEF664F-FE4B-F917-1F60-158FDC5B15C6}"/>
              </a:ext>
            </a:extLst>
          </p:cNvPr>
          <p:cNvSpPr>
            <a:spLocks noGrp="1"/>
          </p:cNvSpPr>
          <p:nvPr>
            <p:ph type="body" idx="1"/>
          </p:nvPr>
        </p:nvSpPr>
        <p:spPr/>
        <p:txBody>
          <a:bodyPr/>
          <a:lstStyle/>
          <a:p>
            <a:pPr marL="133350" indent="0">
              <a:buNone/>
            </a:pPr>
            <a:r>
              <a:rPr lang="en-US" b="1" dirty="0"/>
              <a:t>1. Exploratory Data Analysis (EDA)</a:t>
            </a:r>
            <a:endParaRPr lang="en-US" dirty="0"/>
          </a:p>
          <a:p>
            <a:pPr lvl="0"/>
            <a:r>
              <a:rPr lang="en-US" sz="1400" dirty="0"/>
              <a:t>Perform general </a:t>
            </a:r>
            <a:r>
              <a:rPr lang="en-US" sz="1400" b="1" dirty="0"/>
              <a:t>Exploratory Data Analysis</a:t>
            </a:r>
            <a:r>
              <a:rPr lang="en-US" sz="1400" dirty="0"/>
              <a:t> (</a:t>
            </a:r>
            <a:r>
              <a:rPr lang="en-US" sz="1400" b="1" dirty="0"/>
              <a:t>EDA</a:t>
            </a:r>
            <a:r>
              <a:rPr lang="en-US" sz="1400" dirty="0"/>
              <a:t>) </a:t>
            </a:r>
          </a:p>
          <a:p>
            <a:pPr lvl="0"/>
            <a:r>
              <a:rPr lang="en-US" sz="1400" dirty="0"/>
              <a:t>Perform supplementary </a:t>
            </a:r>
            <a:r>
              <a:rPr lang="en-US" sz="1400" b="1" dirty="0"/>
              <a:t>EDA </a:t>
            </a:r>
            <a:r>
              <a:rPr lang="en-US" sz="1400" dirty="0"/>
              <a:t>on provided plots rendered through RapidMiner</a:t>
            </a:r>
            <a:r>
              <a:rPr lang="en-US" sz="1200" dirty="0"/>
              <a:t>.</a:t>
            </a:r>
          </a:p>
          <a:p>
            <a:endParaRPr lang="en-US" sz="1000" b="1" dirty="0"/>
          </a:p>
          <a:p>
            <a:pPr marL="133350" indent="0">
              <a:buNone/>
            </a:pPr>
            <a:r>
              <a:rPr lang="en-US" b="1" dirty="0"/>
              <a:t>2. Perform Follow up EDA after Feature Engineering </a:t>
            </a:r>
            <a:endParaRPr lang="en-US" dirty="0"/>
          </a:p>
          <a:p>
            <a:pPr marL="133350" indent="0">
              <a:buNone/>
            </a:pPr>
            <a:r>
              <a:rPr lang="en-US" sz="1300" dirty="0"/>
              <a:t>Assuming that </a:t>
            </a:r>
            <a:r>
              <a:rPr lang="en-US" sz="1300" b="1" dirty="0"/>
              <a:t>Feature Engineering</a:t>
            </a:r>
            <a:r>
              <a:rPr lang="en-US" sz="1300" dirty="0"/>
              <a:t> was provided for the project:</a:t>
            </a:r>
          </a:p>
          <a:p>
            <a:pPr lvl="0"/>
            <a:r>
              <a:rPr lang="en-US" sz="1400" dirty="0"/>
              <a:t>Repeat EDA and supplementary EDA analysis of preprocessed (normalized) data</a:t>
            </a:r>
          </a:p>
          <a:p>
            <a:pPr lvl="0"/>
            <a:endParaRPr lang="en-US" sz="1000" dirty="0"/>
          </a:p>
          <a:p>
            <a:pPr marL="133350" indent="0">
              <a:buNone/>
            </a:pPr>
            <a:r>
              <a:rPr lang="en-US" b="1" dirty="0"/>
              <a:t>3. Basic Neural Network (NN) Analysis</a:t>
            </a:r>
            <a:endParaRPr lang="en-US" dirty="0"/>
          </a:p>
          <a:p>
            <a:pPr lvl="0"/>
            <a:r>
              <a:rPr lang="en-US" sz="1400" dirty="0"/>
              <a:t>Analyze initial Model performance results</a:t>
            </a:r>
          </a:p>
          <a:p>
            <a:pPr lvl="0"/>
            <a:endParaRPr lang="en-US" sz="1200" b="1" dirty="0"/>
          </a:p>
          <a:p>
            <a:pPr marL="133350" indent="0">
              <a:buNone/>
            </a:pPr>
            <a:r>
              <a:rPr lang="en-US" b="1" dirty="0"/>
              <a:t>4. Neural Network with Parameter Tuning</a:t>
            </a:r>
          </a:p>
          <a:p>
            <a:pPr marL="133350" indent="0">
              <a:buNone/>
            </a:pPr>
            <a:r>
              <a:rPr lang="en-US" sz="1300" b="1" dirty="0"/>
              <a:t>Hand Tune</a:t>
            </a:r>
            <a:r>
              <a:rPr lang="en-US" sz="1300" dirty="0"/>
              <a:t> selected NN parameters and rerun the model (iteratively)</a:t>
            </a:r>
          </a:p>
          <a:p>
            <a:pPr lvl="0"/>
            <a:r>
              <a:rPr lang="en-US" sz="1400" dirty="0"/>
              <a:t>Comment on parameter tuned NN Model performance</a:t>
            </a:r>
          </a:p>
          <a:p>
            <a:endParaRPr lang="en-US" sz="1100" b="1" dirty="0"/>
          </a:p>
          <a:p>
            <a:pPr marL="133350" indent="0">
              <a:buNone/>
            </a:pPr>
            <a:endParaRPr lang="en-US" dirty="0"/>
          </a:p>
        </p:txBody>
      </p:sp>
      <p:sp>
        <p:nvSpPr>
          <p:cNvPr id="4" name="Slide Number Placeholder 3">
            <a:extLst>
              <a:ext uri="{FF2B5EF4-FFF2-40B4-BE49-F238E27FC236}">
                <a16:creationId xmlns:a16="http://schemas.microsoft.com/office/drawing/2014/main" id="{8A7BBDE3-278D-35FB-7473-C3CF6999A37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4</a:t>
            </a:fld>
            <a:endParaRPr lang="en"/>
          </a:p>
        </p:txBody>
      </p:sp>
    </p:spTree>
    <p:extLst>
      <p:ext uri="{BB962C8B-B14F-4D97-AF65-F5344CB8AC3E}">
        <p14:creationId xmlns:p14="http://schemas.microsoft.com/office/powerpoint/2010/main" val="3936730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1AC7F-EAFB-724B-5A24-394B8868E06D}"/>
              </a:ext>
            </a:extLst>
          </p:cNvPr>
          <p:cNvSpPr>
            <a:spLocks noGrp="1"/>
          </p:cNvSpPr>
          <p:nvPr>
            <p:ph type="title"/>
          </p:nvPr>
        </p:nvSpPr>
        <p:spPr>
          <a:xfrm>
            <a:off x="202550" y="84147"/>
            <a:ext cx="8520600" cy="572700"/>
          </a:xfrm>
        </p:spPr>
        <p:txBody>
          <a:bodyPr/>
          <a:lstStyle/>
          <a:p>
            <a:r>
              <a:rPr lang="en-US" dirty="0">
                <a:solidFill>
                  <a:schemeClr val="lt2"/>
                </a:solidFill>
                <a:latin typeface="Century Gothic"/>
                <a:ea typeface="Century Gothic"/>
                <a:cs typeface="Century Gothic"/>
                <a:sym typeface="Century Gothic"/>
              </a:rPr>
              <a:t>Solution Approach</a:t>
            </a:r>
            <a:br>
              <a:rPr lang="en-US" dirty="0">
                <a:solidFill>
                  <a:schemeClr val="lt2"/>
                </a:solidFill>
                <a:latin typeface="Century Gothic"/>
                <a:ea typeface="Century Gothic"/>
                <a:cs typeface="Century Gothic"/>
                <a:sym typeface="Century Gothic"/>
              </a:rPr>
            </a:br>
            <a:endParaRPr lang="en-US" dirty="0"/>
          </a:p>
        </p:txBody>
      </p:sp>
      <p:sp>
        <p:nvSpPr>
          <p:cNvPr id="3" name="Text Placeholder 2">
            <a:extLst>
              <a:ext uri="{FF2B5EF4-FFF2-40B4-BE49-F238E27FC236}">
                <a16:creationId xmlns:a16="http://schemas.microsoft.com/office/drawing/2014/main" id="{8EEF664F-FE4B-F917-1F60-158FDC5B15C6}"/>
              </a:ext>
            </a:extLst>
          </p:cNvPr>
          <p:cNvSpPr>
            <a:spLocks noGrp="1"/>
          </p:cNvSpPr>
          <p:nvPr>
            <p:ph type="body" idx="1"/>
          </p:nvPr>
        </p:nvSpPr>
        <p:spPr/>
        <p:txBody>
          <a:bodyPr/>
          <a:lstStyle/>
          <a:p>
            <a:pPr marL="133350" indent="0">
              <a:buNone/>
            </a:pPr>
            <a:r>
              <a:rPr lang="en-US" b="1" dirty="0"/>
              <a:t>1. Exploratory Data Analysis (EDA)</a:t>
            </a:r>
            <a:endParaRPr lang="en-US" dirty="0"/>
          </a:p>
          <a:p>
            <a:pPr lvl="0"/>
            <a:r>
              <a:rPr lang="en-US" sz="1400" dirty="0"/>
              <a:t>Perform general </a:t>
            </a:r>
            <a:r>
              <a:rPr lang="en-US" sz="1400" b="1" dirty="0"/>
              <a:t>Exploratory Data Analysis</a:t>
            </a:r>
            <a:r>
              <a:rPr lang="en-US" sz="1400" dirty="0"/>
              <a:t> (</a:t>
            </a:r>
            <a:r>
              <a:rPr lang="en-US" sz="1400" b="1" dirty="0"/>
              <a:t>EDA</a:t>
            </a:r>
            <a:r>
              <a:rPr lang="en-US" sz="1400" dirty="0"/>
              <a:t>) </a:t>
            </a:r>
          </a:p>
          <a:p>
            <a:pPr lvl="0"/>
            <a:r>
              <a:rPr lang="en-US" sz="1400" dirty="0"/>
              <a:t>Perform supplementary </a:t>
            </a:r>
            <a:r>
              <a:rPr lang="en-US" sz="1400" b="1" dirty="0"/>
              <a:t>EDA </a:t>
            </a:r>
            <a:r>
              <a:rPr lang="en-US" sz="1400" dirty="0"/>
              <a:t>on provided plots rendered through RapidMiner</a:t>
            </a:r>
            <a:r>
              <a:rPr lang="en-US" sz="1200" dirty="0"/>
              <a:t>.</a:t>
            </a:r>
          </a:p>
          <a:p>
            <a:endParaRPr lang="en-US" sz="1000" b="1" dirty="0"/>
          </a:p>
          <a:p>
            <a:pPr marL="133350" indent="0">
              <a:buNone/>
            </a:pPr>
            <a:r>
              <a:rPr lang="en-US" b="1" dirty="0"/>
              <a:t>2. Perform Follow up EDA after Feature Engineering </a:t>
            </a:r>
            <a:endParaRPr lang="en-US" dirty="0"/>
          </a:p>
          <a:p>
            <a:pPr marL="133350" indent="0">
              <a:buNone/>
            </a:pPr>
            <a:r>
              <a:rPr lang="en-US" sz="1300" dirty="0"/>
              <a:t>Assuming that </a:t>
            </a:r>
            <a:r>
              <a:rPr lang="en-US" sz="1300" b="1" dirty="0"/>
              <a:t>Feature Engineering</a:t>
            </a:r>
            <a:r>
              <a:rPr lang="en-US" sz="1300" dirty="0"/>
              <a:t> was provided for the project:</a:t>
            </a:r>
          </a:p>
          <a:p>
            <a:pPr lvl="0"/>
            <a:r>
              <a:rPr lang="en-US" sz="1400" dirty="0"/>
              <a:t>Repeat EDA and supplementary EDA analysis of preprocessed (normalized) data</a:t>
            </a:r>
          </a:p>
          <a:p>
            <a:pPr lvl="0"/>
            <a:endParaRPr lang="en-US" sz="1000" dirty="0"/>
          </a:p>
          <a:p>
            <a:pPr marL="133350" indent="0">
              <a:buNone/>
            </a:pPr>
            <a:r>
              <a:rPr lang="en-US" b="1" dirty="0"/>
              <a:t>3. Basic Neural Network (NN) Analysis</a:t>
            </a:r>
            <a:endParaRPr lang="en-US" dirty="0"/>
          </a:p>
          <a:p>
            <a:pPr lvl="0"/>
            <a:r>
              <a:rPr lang="en-US" sz="1400" dirty="0"/>
              <a:t>Analyze initial Model performance results</a:t>
            </a:r>
          </a:p>
          <a:p>
            <a:pPr lvl="0"/>
            <a:endParaRPr lang="en-US" sz="1200" b="1" dirty="0"/>
          </a:p>
          <a:p>
            <a:pPr marL="133350" indent="0">
              <a:buNone/>
            </a:pPr>
            <a:r>
              <a:rPr lang="en-US" b="1" dirty="0"/>
              <a:t>4. Neural Network with Parameter Tuning</a:t>
            </a:r>
          </a:p>
          <a:p>
            <a:pPr marL="133350" indent="0">
              <a:buNone/>
            </a:pPr>
            <a:r>
              <a:rPr lang="en-US" sz="1300" b="1" dirty="0"/>
              <a:t>Hand Tune</a:t>
            </a:r>
            <a:r>
              <a:rPr lang="en-US" sz="1300" dirty="0"/>
              <a:t> selected NN parameters and rerun the model (iteratively)</a:t>
            </a:r>
          </a:p>
          <a:p>
            <a:pPr lvl="0"/>
            <a:r>
              <a:rPr lang="en-US" sz="1400" dirty="0"/>
              <a:t>Comment on parameter tuned NN Model performance</a:t>
            </a:r>
          </a:p>
          <a:p>
            <a:endParaRPr lang="en-US" sz="1100" b="1" dirty="0"/>
          </a:p>
          <a:p>
            <a:pPr marL="133350" indent="0">
              <a:buNone/>
            </a:pPr>
            <a:endParaRPr lang="en-US" dirty="0"/>
          </a:p>
        </p:txBody>
      </p:sp>
      <p:sp>
        <p:nvSpPr>
          <p:cNvPr id="4" name="Slide Number Placeholder 3">
            <a:extLst>
              <a:ext uri="{FF2B5EF4-FFF2-40B4-BE49-F238E27FC236}">
                <a16:creationId xmlns:a16="http://schemas.microsoft.com/office/drawing/2014/main" id="{8A7BBDE3-278D-35FB-7473-C3CF6999A37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3216634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4839317-0214-7D57-A6D8-624516C57989}"/>
            </a:ext>
          </a:extLst>
        </p:cNvPr>
        <p:cNvGrpSpPr/>
        <p:nvPr/>
      </p:nvGrpSpPr>
      <p:grpSpPr>
        <a:xfrm>
          <a:off x="0" y="0"/>
          <a:ext cx="0" cy="0"/>
          <a:chOff x="0" y="0"/>
          <a:chExt cx="0" cy="0"/>
        </a:xfrm>
      </p:grpSpPr>
      <p:sp>
        <p:nvSpPr>
          <p:cNvPr id="163" name="Google Shape;163;p37">
            <a:extLst>
              <a:ext uri="{FF2B5EF4-FFF2-40B4-BE49-F238E27FC236}">
                <a16:creationId xmlns:a16="http://schemas.microsoft.com/office/drawing/2014/main" id="{9CBB8115-3BD4-2DCB-5D12-07B358C07EAF}"/>
              </a:ext>
            </a:extLst>
          </p:cNvPr>
          <p:cNvSpPr txBox="1">
            <a:spLocks noGrp="1"/>
          </p:cNvSpPr>
          <p:nvPr>
            <p:ph type="title"/>
          </p:nvPr>
        </p:nvSpPr>
        <p:spPr>
          <a:xfrm>
            <a:off x="202550" y="289275"/>
            <a:ext cx="7712700" cy="810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Ground Truth Dataset</a:t>
            </a:r>
            <a:endParaRPr dirty="0">
              <a:solidFill>
                <a:schemeClr val="lt2"/>
              </a:solidFill>
              <a:latin typeface="Century Gothic"/>
              <a:ea typeface="Century Gothic"/>
              <a:cs typeface="Century Gothic"/>
              <a:sym typeface="Century Gothic"/>
            </a:endParaRPr>
          </a:p>
        </p:txBody>
      </p:sp>
      <p:sp>
        <p:nvSpPr>
          <p:cNvPr id="164" name="Google Shape;164;p37">
            <a:extLst>
              <a:ext uri="{FF2B5EF4-FFF2-40B4-BE49-F238E27FC236}">
                <a16:creationId xmlns:a16="http://schemas.microsoft.com/office/drawing/2014/main" id="{8D15651F-7758-630E-7A60-49F0B4B515D2}"/>
              </a:ext>
            </a:extLst>
          </p:cNvPr>
          <p:cNvSpPr txBox="1">
            <a:spLocks noGrp="1"/>
          </p:cNvSpPr>
          <p:nvPr>
            <p:ph type="body" idx="1"/>
          </p:nvPr>
        </p:nvSpPr>
        <p:spPr>
          <a:xfrm>
            <a:off x="202550" y="1243025"/>
            <a:ext cx="8629800" cy="3611200"/>
          </a:xfrm>
          <a:prstGeom prst="rect">
            <a:avLst/>
          </a:prstGeom>
          <a:noFill/>
          <a:ln>
            <a:noFill/>
          </a:ln>
        </p:spPr>
        <p:txBody>
          <a:bodyPr spcFirstLastPara="1" wrap="square" lIns="91425" tIns="91425" rIns="91425" bIns="91425" anchor="t" anchorCtr="0">
            <a:noAutofit/>
          </a:bodyPr>
          <a:lstStyle/>
          <a:p>
            <a:pPr marL="139700" indent="0">
              <a:spcBef>
                <a:spcPts val="1000"/>
              </a:spcBef>
              <a:buClr>
                <a:schemeClr val="dk1"/>
              </a:buClr>
              <a:buSzPts val="1400"/>
              <a:buNone/>
            </a:pPr>
            <a:r>
              <a:rPr lang="en-US" sz="1400" b="1" dirty="0"/>
              <a:t>Goal:</a:t>
            </a:r>
          </a:p>
          <a:p>
            <a:pPr marL="139700" indent="0">
              <a:spcBef>
                <a:spcPts val="400"/>
              </a:spcBef>
              <a:buClr>
                <a:schemeClr val="dk1"/>
              </a:buClr>
              <a:buSzPts val="1400"/>
              <a:buNone/>
            </a:pPr>
            <a:endParaRPr lang="en-US" sz="700" b="1" dirty="0"/>
          </a:p>
          <a:p>
            <a:pPr marL="133350" indent="0">
              <a:buNone/>
            </a:pPr>
            <a:r>
              <a:rPr lang="en-US" sz="1400" dirty="0"/>
              <a:t>A bank's consumer credit department seeks to streamline the decision-making process for home equity lines of credit. In compliance with the Equal Credit Opportunity Act (ECOA), the department requires an empirically derived and statistically sound credit scoring model.</a:t>
            </a:r>
          </a:p>
          <a:p>
            <a:pPr marL="133350" indent="0">
              <a:buNone/>
            </a:pPr>
            <a:endParaRPr lang="en-US" sz="700" dirty="0"/>
          </a:p>
          <a:p>
            <a:pPr marL="133350" indent="0">
              <a:buNone/>
            </a:pPr>
            <a:r>
              <a:rPr lang="en-US" sz="1400" dirty="0"/>
              <a:t>The model will be developed using data collected through the existing loan underwriting process from recent applicants who were granted credit. The model needs to be interpretable to provide reasonings for loan acceptances/rejections.</a:t>
            </a:r>
          </a:p>
          <a:p>
            <a:pPr marL="133350" indent="0">
              <a:buNone/>
            </a:pPr>
            <a:endParaRPr lang="en-US" sz="700" dirty="0"/>
          </a:p>
          <a:p>
            <a:pPr marL="139700" indent="0">
              <a:spcBef>
                <a:spcPts val="1000"/>
              </a:spcBef>
              <a:buClr>
                <a:schemeClr val="dk1"/>
              </a:buClr>
              <a:buSzPts val="1400"/>
              <a:buNone/>
            </a:pPr>
            <a:r>
              <a:rPr lang="en-US" sz="1400" b="1" dirty="0"/>
              <a:t>Objective:</a:t>
            </a:r>
          </a:p>
          <a:p>
            <a:pPr marL="139700" indent="0">
              <a:spcBef>
                <a:spcPts val="1000"/>
              </a:spcBef>
              <a:buClr>
                <a:schemeClr val="dk1"/>
              </a:buClr>
              <a:buSzPts val="1400"/>
              <a:buNone/>
            </a:pPr>
            <a:r>
              <a:rPr lang="en-US" sz="1400" dirty="0"/>
              <a:t>Build a classification model using an Artificial Neural Network (ANN) to predict clients who are likely to default on  loans. The model should provide recommendations on the key features to consider during loan approval.</a:t>
            </a:r>
          </a:p>
        </p:txBody>
      </p:sp>
    </p:spTree>
    <p:extLst>
      <p:ext uri="{BB962C8B-B14F-4D97-AF65-F5344CB8AC3E}">
        <p14:creationId xmlns:p14="http://schemas.microsoft.com/office/powerpoint/2010/main" val="296353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Zero-Shot Prompt</a:t>
            </a:r>
            <a:endParaRPr dirty="0">
              <a:solidFill>
                <a:schemeClr val="lt2"/>
              </a:solidFill>
              <a:latin typeface="Century Gothic"/>
              <a:ea typeface="Century Gothic"/>
              <a:cs typeface="Century Gothic"/>
              <a:sym typeface="Century Gothic"/>
            </a:endParaRPr>
          </a:p>
        </p:txBody>
      </p:sp>
      <p:sp>
        <p:nvSpPr>
          <p:cNvPr id="176" name="Google Shape;176;p3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4E24288-D407-BEA9-C3E8-CC3E496CCE7C}"/>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6C0CADF5-6926-EFB5-030E-46F9B6B9FA6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Zero-Shot Prompt Results</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C2EBD759-08F0-0509-4D87-5CAD1768B15E}"/>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401707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5EF139BA-A270-932B-5EF4-E97E8CD415EF}"/>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B410E53B-3B4E-6EC9-2FCC-1CDBEACE83D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Few-Shot Prompt</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B17897DC-3AEF-0FA4-A970-B89A7B6B41B2}"/>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69933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77C46B6B-D3FC-2F97-A8B0-76E73B93B17F}"/>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8583032B-0337-55EC-ABBF-E1224211B5A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Few-Shot Prompt Results</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7F471343-E834-D3B0-2280-7767312BBB10}"/>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746316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EA75C341-2291-42C0-DE61-55817F115B4E}"/>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10FFE483-5FCE-AB20-DA7F-45AD5475F0F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Chain of Thought (CoT) Prompt – Zero-Shot</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C502FD56-E56A-D5BB-3797-1E9B6B605CDD}"/>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802627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6BA10A97-31E3-619E-AC9B-91188001BE59}"/>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EEEC753D-53CE-C38C-61A0-CC99DB74C40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CoT Prompt – Zero-Shot - Results</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A6BBE67A-4404-F837-B25A-A4502B362BCC}"/>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611967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F912A800-D97D-3305-C5B3-F2F450F22208}"/>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0AD01F67-918D-19AD-50D9-3265E12DBEF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CoT Prompt – Few-Shot</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00916A42-7F47-9EFA-4B19-C24D95B2519C}"/>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865824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DD1CA60B-D472-A2EA-ADC3-0FD0D22DF708}"/>
            </a:ext>
          </a:extLst>
        </p:cNvPr>
        <p:cNvGrpSpPr/>
        <p:nvPr/>
      </p:nvGrpSpPr>
      <p:grpSpPr>
        <a:xfrm>
          <a:off x="0" y="0"/>
          <a:ext cx="0" cy="0"/>
          <a:chOff x="0" y="0"/>
          <a:chExt cx="0" cy="0"/>
        </a:xfrm>
      </p:grpSpPr>
      <p:sp>
        <p:nvSpPr>
          <p:cNvPr id="175" name="Google Shape;175;p39">
            <a:extLst>
              <a:ext uri="{FF2B5EF4-FFF2-40B4-BE49-F238E27FC236}">
                <a16:creationId xmlns:a16="http://schemas.microsoft.com/office/drawing/2014/main" id="{5F1F36B5-19E5-CA80-5A7F-72103099A79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CoT Prompt – Few-Shot - Results</a:t>
            </a:r>
            <a:endParaRPr dirty="0">
              <a:solidFill>
                <a:schemeClr val="lt2"/>
              </a:solidFill>
              <a:latin typeface="Century Gothic"/>
              <a:ea typeface="Century Gothic"/>
              <a:cs typeface="Century Gothic"/>
              <a:sym typeface="Century Gothic"/>
            </a:endParaRPr>
          </a:p>
        </p:txBody>
      </p:sp>
      <p:sp>
        <p:nvSpPr>
          <p:cNvPr id="176" name="Google Shape;176;p39">
            <a:extLst>
              <a:ext uri="{FF2B5EF4-FFF2-40B4-BE49-F238E27FC236}">
                <a16:creationId xmlns:a16="http://schemas.microsoft.com/office/drawing/2014/main" id="{81C781D4-0044-3464-B3D3-2ED6A7531260}"/>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Prompt</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100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details on the structure of the Prompt</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r>
              <a:rPr lang="en" sz="1200" b="1" i="1" dirty="0">
                <a:solidFill>
                  <a:schemeClr val="dk1"/>
                </a:solidFill>
                <a:latin typeface="Century Gothic"/>
                <a:ea typeface="Century Gothic"/>
                <a:cs typeface="Century Gothic"/>
                <a:sym typeface="Century Gothic"/>
              </a:rPr>
              <a:t>Note</a:t>
            </a:r>
            <a:r>
              <a:rPr lang="en" sz="1200" i="1" dirty="0">
                <a:solidFill>
                  <a:schemeClr val="dk1"/>
                </a:solidFill>
                <a:latin typeface="Century Gothic"/>
                <a:ea typeface="Century Gothic"/>
                <a:cs typeface="Century Gothic"/>
                <a:sym typeface="Century Gothic"/>
              </a:rPr>
              <a:t>: You can use more than one slide if needed </a:t>
            </a:r>
            <a:endParaRPr sz="1200" i="1" dirty="0">
              <a:solidFill>
                <a:schemeClr val="dk1"/>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3650395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Ground Truth Testing Results Comparison Analysis</a:t>
            </a:r>
            <a:endParaRPr dirty="0">
              <a:solidFill>
                <a:schemeClr val="lt2"/>
              </a:solidFill>
              <a:latin typeface="Century Gothic"/>
              <a:ea typeface="Century Gothic"/>
              <a:cs typeface="Century Gothic"/>
              <a:sym typeface="Century Gothic"/>
            </a:endParaRPr>
          </a:p>
        </p:txBody>
      </p:sp>
      <p:sp>
        <p:nvSpPr>
          <p:cNvPr id="182" name="Google Shape;182;p40"/>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Overview of the actual output</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Explain the structured fields of the output</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r>
              <a:rPr lang="en" sz="1200" b="1" i="1">
                <a:solidFill>
                  <a:schemeClr val="dk1"/>
                </a:solidFill>
                <a:latin typeface="Century Gothic"/>
                <a:ea typeface="Century Gothic"/>
                <a:cs typeface="Century Gothic"/>
                <a:sym typeface="Century Gothic"/>
              </a:rPr>
              <a:t>Note</a:t>
            </a:r>
            <a:r>
              <a:rPr lang="en" sz="1200" i="1">
                <a:solidFill>
                  <a:schemeClr val="dk1"/>
                </a:solidFill>
                <a:latin typeface="Century Gothic"/>
                <a:ea typeface="Century Gothic"/>
                <a:cs typeface="Century Gothic"/>
                <a:sym typeface="Century Gothic"/>
              </a:rPr>
              <a:t>: You can use more than one slide if needed </a:t>
            </a:r>
            <a:endParaRPr sz="1300" i="1">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sp>
        <p:nvSpPr>
          <p:cNvPr id="183" name="Google Shape;183;p40"/>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B1BDCEA3-319E-203F-0792-93DA08114F5A}"/>
            </a:ext>
          </a:extLst>
        </p:cNvPr>
        <p:cNvGrpSpPr/>
        <p:nvPr/>
      </p:nvGrpSpPr>
      <p:grpSpPr>
        <a:xfrm>
          <a:off x="0" y="0"/>
          <a:ext cx="0" cy="0"/>
          <a:chOff x="0" y="0"/>
          <a:chExt cx="0" cy="0"/>
        </a:xfrm>
      </p:grpSpPr>
      <p:sp>
        <p:nvSpPr>
          <p:cNvPr id="181" name="Google Shape;181;p40">
            <a:extLst>
              <a:ext uri="{FF2B5EF4-FFF2-40B4-BE49-F238E27FC236}">
                <a16:creationId xmlns:a16="http://schemas.microsoft.com/office/drawing/2014/main" id="{19803881-D807-14DD-D17B-DBCE722295C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Best Performing Models</a:t>
            </a:r>
            <a:endParaRPr dirty="0">
              <a:solidFill>
                <a:schemeClr val="lt2"/>
              </a:solidFill>
              <a:latin typeface="Century Gothic"/>
              <a:ea typeface="Century Gothic"/>
              <a:cs typeface="Century Gothic"/>
              <a:sym typeface="Century Gothic"/>
            </a:endParaRPr>
          </a:p>
        </p:txBody>
      </p:sp>
      <p:sp>
        <p:nvSpPr>
          <p:cNvPr id="182" name="Google Shape;182;p40">
            <a:extLst>
              <a:ext uri="{FF2B5EF4-FFF2-40B4-BE49-F238E27FC236}">
                <a16:creationId xmlns:a16="http://schemas.microsoft.com/office/drawing/2014/main" id="{D6B2DC45-4894-AFCE-4A4C-729A0DE9A42D}"/>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Overview of the actual output</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Explain the structured fields of the output</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r>
              <a:rPr lang="en" sz="1200" b="1" i="1">
                <a:solidFill>
                  <a:schemeClr val="dk1"/>
                </a:solidFill>
                <a:latin typeface="Century Gothic"/>
                <a:ea typeface="Century Gothic"/>
                <a:cs typeface="Century Gothic"/>
                <a:sym typeface="Century Gothic"/>
              </a:rPr>
              <a:t>Note</a:t>
            </a:r>
            <a:r>
              <a:rPr lang="en" sz="1200" i="1">
                <a:solidFill>
                  <a:schemeClr val="dk1"/>
                </a:solidFill>
                <a:latin typeface="Century Gothic"/>
                <a:ea typeface="Century Gothic"/>
                <a:cs typeface="Century Gothic"/>
                <a:sym typeface="Century Gothic"/>
              </a:rPr>
              <a:t>: You can use more than one slide if needed </a:t>
            </a:r>
            <a:endParaRPr sz="1300" i="1">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sp>
        <p:nvSpPr>
          <p:cNvPr id="183" name="Google Shape;183;p40">
            <a:extLst>
              <a:ext uri="{FF2B5EF4-FFF2-40B4-BE49-F238E27FC236}">
                <a16:creationId xmlns:a16="http://schemas.microsoft.com/office/drawing/2014/main" id="{4F35F4F7-4719-AEC0-FD2C-D58CCA7E6ECA}"/>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3363624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71B6E868-FBB6-A003-0601-74D06F71DA71}"/>
            </a:ext>
          </a:extLst>
        </p:cNvPr>
        <p:cNvGrpSpPr/>
        <p:nvPr/>
      </p:nvGrpSpPr>
      <p:grpSpPr>
        <a:xfrm>
          <a:off x="0" y="0"/>
          <a:ext cx="0" cy="0"/>
          <a:chOff x="0" y="0"/>
          <a:chExt cx="0" cy="0"/>
        </a:xfrm>
      </p:grpSpPr>
      <p:sp>
        <p:nvSpPr>
          <p:cNvPr id="181" name="Google Shape;181;p40">
            <a:extLst>
              <a:ext uri="{FF2B5EF4-FFF2-40B4-BE49-F238E27FC236}">
                <a16:creationId xmlns:a16="http://schemas.microsoft.com/office/drawing/2014/main" id="{6822A9A0-3D5C-0DAE-8723-EC04E8ADA58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Classification Results of Full Dataset</a:t>
            </a:r>
            <a:endParaRPr dirty="0">
              <a:solidFill>
                <a:schemeClr val="lt2"/>
              </a:solidFill>
              <a:latin typeface="Century Gothic"/>
              <a:ea typeface="Century Gothic"/>
              <a:cs typeface="Century Gothic"/>
              <a:sym typeface="Century Gothic"/>
            </a:endParaRPr>
          </a:p>
        </p:txBody>
      </p:sp>
      <p:sp>
        <p:nvSpPr>
          <p:cNvPr id="182" name="Google Shape;182;p40">
            <a:extLst>
              <a:ext uri="{FF2B5EF4-FFF2-40B4-BE49-F238E27FC236}">
                <a16:creationId xmlns:a16="http://schemas.microsoft.com/office/drawing/2014/main" id="{C7A3DAA6-0994-2CC5-5118-97A54BDFE025}"/>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Overview of the actual output</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Explain the structured fields of the output</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r>
              <a:rPr lang="en" sz="1200" b="1" i="1">
                <a:solidFill>
                  <a:schemeClr val="dk1"/>
                </a:solidFill>
                <a:latin typeface="Century Gothic"/>
                <a:ea typeface="Century Gothic"/>
                <a:cs typeface="Century Gothic"/>
                <a:sym typeface="Century Gothic"/>
              </a:rPr>
              <a:t>Note</a:t>
            </a:r>
            <a:r>
              <a:rPr lang="en" sz="1200" i="1">
                <a:solidFill>
                  <a:schemeClr val="dk1"/>
                </a:solidFill>
                <a:latin typeface="Century Gothic"/>
                <a:ea typeface="Century Gothic"/>
                <a:cs typeface="Century Gothic"/>
                <a:sym typeface="Century Gothic"/>
              </a:rPr>
              <a:t>: You can use more than one slide if needed </a:t>
            </a:r>
            <a:endParaRPr sz="1300" i="1">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sp>
        <p:nvSpPr>
          <p:cNvPr id="183" name="Google Shape;183;p40">
            <a:extLst>
              <a:ext uri="{FF2B5EF4-FFF2-40B4-BE49-F238E27FC236}">
                <a16:creationId xmlns:a16="http://schemas.microsoft.com/office/drawing/2014/main" id="{F649C90F-DC2B-4473-2DB4-8C8148FE85CD}"/>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3883528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C033B36F-314C-5C4D-411D-9355CCEC139C}"/>
            </a:ext>
          </a:extLst>
        </p:cNvPr>
        <p:cNvGrpSpPr/>
        <p:nvPr/>
      </p:nvGrpSpPr>
      <p:grpSpPr>
        <a:xfrm>
          <a:off x="0" y="0"/>
          <a:ext cx="0" cy="0"/>
          <a:chOff x="0" y="0"/>
          <a:chExt cx="0" cy="0"/>
        </a:xfrm>
      </p:grpSpPr>
      <p:sp>
        <p:nvSpPr>
          <p:cNvPr id="181" name="Google Shape;181;p40">
            <a:extLst>
              <a:ext uri="{FF2B5EF4-FFF2-40B4-BE49-F238E27FC236}">
                <a16:creationId xmlns:a16="http://schemas.microsoft.com/office/drawing/2014/main" id="{AFD471D7-661B-6372-D2C7-CDF0221650B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chemeClr val="lt2"/>
                </a:solidFill>
                <a:latin typeface="Century Gothic"/>
                <a:ea typeface="Century Gothic"/>
                <a:cs typeface="Century Gothic"/>
                <a:sym typeface="Century Gothic"/>
              </a:rPr>
              <a:t>Output from the Prompt</a:t>
            </a:r>
            <a:endParaRPr dirty="0">
              <a:solidFill>
                <a:schemeClr val="lt2"/>
              </a:solidFill>
              <a:latin typeface="Century Gothic"/>
              <a:ea typeface="Century Gothic"/>
              <a:cs typeface="Century Gothic"/>
              <a:sym typeface="Century Gothic"/>
            </a:endParaRPr>
          </a:p>
        </p:txBody>
      </p:sp>
      <p:sp>
        <p:nvSpPr>
          <p:cNvPr id="182" name="Google Shape;182;p40">
            <a:extLst>
              <a:ext uri="{FF2B5EF4-FFF2-40B4-BE49-F238E27FC236}">
                <a16:creationId xmlns:a16="http://schemas.microsoft.com/office/drawing/2014/main" id="{33D16129-D9DE-5DD7-F9D7-90B7F78D280F}"/>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Overview of the actual output</a:t>
            </a:r>
            <a:endParaRPr sz="1400">
              <a:solidFill>
                <a:schemeClr val="dk1"/>
              </a:solidFill>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Explain the structured fields of the output</a:t>
            </a: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r>
              <a:rPr lang="en" sz="1200" b="1" i="1">
                <a:solidFill>
                  <a:schemeClr val="dk1"/>
                </a:solidFill>
                <a:latin typeface="Century Gothic"/>
                <a:ea typeface="Century Gothic"/>
                <a:cs typeface="Century Gothic"/>
                <a:sym typeface="Century Gothic"/>
              </a:rPr>
              <a:t>Note</a:t>
            </a:r>
            <a:r>
              <a:rPr lang="en" sz="1200" i="1">
                <a:solidFill>
                  <a:schemeClr val="dk1"/>
                </a:solidFill>
                <a:latin typeface="Century Gothic"/>
                <a:ea typeface="Century Gothic"/>
                <a:cs typeface="Century Gothic"/>
                <a:sym typeface="Century Gothic"/>
              </a:rPr>
              <a:t>: You can use more than one slide if needed </a:t>
            </a:r>
            <a:endParaRPr sz="1300" i="1">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a:solidFill>
                <a:schemeClr val="dk1"/>
              </a:solidFill>
              <a:latin typeface="Century Gothic"/>
              <a:ea typeface="Century Gothic"/>
              <a:cs typeface="Century Gothic"/>
              <a:sym typeface="Century Gothic"/>
            </a:endParaRPr>
          </a:p>
        </p:txBody>
      </p:sp>
      <p:sp>
        <p:nvSpPr>
          <p:cNvPr id="183" name="Google Shape;183;p40">
            <a:extLst>
              <a:ext uri="{FF2B5EF4-FFF2-40B4-BE49-F238E27FC236}">
                <a16:creationId xmlns:a16="http://schemas.microsoft.com/office/drawing/2014/main" id="{B9D687A5-10CF-5CB1-AAA1-5C5F11B2A9BF}"/>
              </a:ext>
            </a:extLst>
          </p:cNvPr>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extLst>
      <p:ext uri="{BB962C8B-B14F-4D97-AF65-F5344CB8AC3E}">
        <p14:creationId xmlns:p14="http://schemas.microsoft.com/office/powerpoint/2010/main" val="2169973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Observations/Insights and conclusions</a:t>
            </a:r>
            <a:endParaRPr>
              <a:solidFill>
                <a:schemeClr val="lt2"/>
              </a:solidFill>
              <a:latin typeface="Century Gothic"/>
              <a:ea typeface="Century Gothic"/>
              <a:cs typeface="Century Gothic"/>
              <a:sym typeface="Century Gothic"/>
            </a:endParaRPr>
          </a:p>
        </p:txBody>
      </p:sp>
      <p:sp>
        <p:nvSpPr>
          <p:cNvPr id="189" name="Google Shape;189;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the observations, insights and conclusions from this exercise</a:t>
            </a:r>
            <a:endParaRPr sz="1400" dirty="0">
              <a:solidFill>
                <a:schemeClr val="dk1"/>
              </a:solidFill>
              <a:latin typeface="Century Gothic"/>
              <a:ea typeface="Century Gothic"/>
              <a:cs typeface="Century Gothic"/>
              <a:sym typeface="Century Gothic"/>
            </a:endParaRPr>
          </a:p>
          <a:p>
            <a:pPr marL="457200" lvl="0" indent="-317500" algn="l" rtl="0">
              <a:lnSpc>
                <a:spcPct val="115000"/>
              </a:lnSpc>
              <a:spcBef>
                <a:spcPts val="0"/>
              </a:spcBef>
              <a:spcAft>
                <a:spcPts val="0"/>
              </a:spcAft>
              <a:buClr>
                <a:schemeClr val="dk1"/>
              </a:buClr>
              <a:buSzPts val="1400"/>
              <a:buFont typeface="Century Gothic"/>
              <a:buChar char="●"/>
            </a:pPr>
            <a:r>
              <a:rPr lang="en" sz="1400" dirty="0">
                <a:solidFill>
                  <a:schemeClr val="dk1"/>
                </a:solidFill>
                <a:latin typeface="Century Gothic"/>
                <a:ea typeface="Century Gothic"/>
                <a:cs typeface="Century Gothic"/>
                <a:sym typeface="Century Gothic"/>
              </a:rPr>
              <a:t>Please add your recommendations for a business looking to adopt a solution such as this</a:t>
            </a: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endParaRPr sz="1400" dirty="0">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0"/>
              </a:spcAft>
              <a:buSzPts val="1500"/>
              <a:buNone/>
            </a:pPr>
            <a:r>
              <a:rPr lang="en" sz="1200" b="1" i="1">
                <a:solidFill>
                  <a:schemeClr val="dk1"/>
                </a:solidFill>
                <a:latin typeface="Century Gothic"/>
                <a:ea typeface="Century Gothic"/>
                <a:cs typeface="Century Gothic"/>
                <a:sym typeface="Century Gothic"/>
              </a:rPr>
              <a:t>Note</a:t>
            </a:r>
            <a:r>
              <a:rPr lang="en" sz="1200" i="1">
                <a:solidFill>
                  <a:schemeClr val="dk1"/>
                </a:solidFill>
                <a:latin typeface="Century Gothic"/>
                <a:ea typeface="Century Gothic"/>
                <a:cs typeface="Century Gothic"/>
                <a:sym typeface="Century Gothic"/>
              </a:rPr>
              <a:t>: You can use more than one slide if needed </a:t>
            </a:r>
            <a:endParaRPr sz="1300" i="1">
              <a:solidFill>
                <a:schemeClr val="dk1"/>
              </a:solidFill>
              <a:latin typeface="Century Gothic"/>
              <a:ea typeface="Century Gothic"/>
              <a:cs typeface="Century Gothic"/>
              <a:sym typeface="Century Gothic"/>
            </a:endParaRPr>
          </a:p>
          <a:p>
            <a:pPr marL="0" lvl="0" indent="0" algn="l" rtl="0">
              <a:lnSpc>
                <a:spcPct val="115000"/>
              </a:lnSpc>
              <a:spcBef>
                <a:spcPts val="1000"/>
              </a:spcBef>
              <a:spcAft>
                <a:spcPts val="1000"/>
              </a:spcAft>
              <a:buSzPts val="1500"/>
              <a:buNone/>
            </a:pPr>
            <a:endParaRPr sz="1400" dirty="0">
              <a:solidFill>
                <a:schemeClr val="dk1"/>
              </a:solidFill>
              <a:latin typeface="Century Gothic"/>
              <a:ea typeface="Century Gothic"/>
              <a:cs typeface="Century Gothic"/>
              <a:sym typeface="Century Gothic"/>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chemeClr val="lt2"/>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latin typeface="Century Gothic"/>
                <a:ea typeface="Century Gothic"/>
                <a:cs typeface="Century Gothic"/>
                <a:sym typeface="Century Gothic"/>
              </a:rPr>
              <a:t>APPENDIX</a:t>
            </a:r>
            <a:endParaRPr sz="330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Dataset overview</a:t>
            </a:r>
            <a:endParaRPr>
              <a:solidFill>
                <a:schemeClr val="lt2"/>
              </a:solidFill>
              <a:latin typeface="Century Gothic"/>
              <a:ea typeface="Century Gothic"/>
              <a:cs typeface="Century Gothic"/>
              <a:sym typeface="Century Gothic"/>
            </a:endParaRPr>
          </a:p>
        </p:txBody>
      </p:sp>
      <p:sp>
        <p:nvSpPr>
          <p:cNvPr id="201" name="Google Shape;201;p4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Font typeface="Century Gothic"/>
              <a:buChar char="●"/>
            </a:pPr>
            <a:r>
              <a:rPr lang="en" sz="1400">
                <a:solidFill>
                  <a:schemeClr val="dk1"/>
                </a:solidFill>
                <a:latin typeface="Century Gothic"/>
                <a:ea typeface="Century Gothic"/>
                <a:cs typeface="Century Gothic"/>
                <a:sym typeface="Century Gothic"/>
              </a:rPr>
              <a:t>Please mention the dataset overview</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chemeClr val="lt2"/>
                </a:solidFill>
                <a:latin typeface="Century Gothic"/>
                <a:ea typeface="Century Gothic"/>
                <a:cs typeface="Century Gothic"/>
                <a:sym typeface="Century Gothic"/>
              </a:rPr>
              <a:t>Slide Header</a:t>
            </a:r>
            <a:endParaRPr>
              <a:solidFill>
                <a:schemeClr val="lt2"/>
              </a:solidFill>
              <a:latin typeface="Century Gothic"/>
              <a:ea typeface="Century Gothic"/>
              <a:cs typeface="Century Gothic"/>
              <a:sym typeface="Century Gothic"/>
            </a:endParaRPr>
          </a:p>
        </p:txBody>
      </p:sp>
      <p:sp>
        <p:nvSpPr>
          <p:cNvPr id="207" name="Google Shape;207;p4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chemeClr val="dk1"/>
              </a:buClr>
              <a:buSzPts val="1400"/>
              <a:buFont typeface="Century Gothic"/>
              <a:buChar char="●"/>
            </a:pPr>
            <a:r>
              <a:rPr lang="en" sz="1400">
                <a:solidFill>
                  <a:schemeClr val="dk1"/>
                </a:solidFill>
                <a:latin typeface="Century Gothic"/>
                <a:ea typeface="Century Gothic"/>
                <a:cs typeface="Century Gothic"/>
                <a:sym typeface="Century Gothic"/>
              </a:rPr>
              <a:t>Please add any other pointers (if needed)</a:t>
            </a:r>
            <a:endParaRPr sz="1400">
              <a:solidFill>
                <a:schemeClr val="dk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15" name="Google Shape;215;p4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23</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827</TotalTime>
  <Words>920</Words>
  <Application>Microsoft Office PowerPoint</Application>
  <PresentationFormat>On-screen Show (16:9)</PresentationFormat>
  <Paragraphs>137</Paragraphs>
  <Slides>23</Slides>
  <Notes>21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23</vt:i4>
      </vt:variant>
    </vt:vector>
  </HeadingPairs>
  <TitlesOfParts>
    <vt:vector size="32" baseType="lpstr">
      <vt:lpstr>Century Gothic</vt:lpstr>
      <vt:lpstr>Nunito SemiBold</vt:lpstr>
      <vt:lpstr>Nunito</vt:lpstr>
      <vt:lpstr>Calibri</vt:lpstr>
      <vt:lpstr>Arial</vt:lpstr>
      <vt:lpstr>Nunito ExtraBold</vt:lpstr>
      <vt:lpstr>Simple Light</vt:lpstr>
      <vt:lpstr>Just Logo</vt:lpstr>
      <vt:lpstr>Just Logo</vt:lpstr>
      <vt:lpstr>John Buczkowski December 29th, 2025</vt:lpstr>
      <vt:lpstr>Contents / Agenda</vt:lpstr>
      <vt:lpstr>Project Goals And Objectives</vt:lpstr>
      <vt:lpstr>Solution Approach </vt:lpstr>
      <vt:lpstr>Solution Approach </vt:lpstr>
      <vt:lpstr>Ground Truth Dataset</vt:lpstr>
      <vt:lpstr>Zero-Shot Prompt</vt:lpstr>
      <vt:lpstr>Zero-Shot Prompt Results</vt:lpstr>
      <vt:lpstr>Few-Shot Prompt</vt:lpstr>
      <vt:lpstr>Few-Shot Prompt Results</vt:lpstr>
      <vt:lpstr>Chain of Thought (CoT) Prompt – Zero-Shot</vt:lpstr>
      <vt:lpstr>CoT Prompt – Zero-Shot - Results</vt:lpstr>
      <vt:lpstr>CoT Prompt – Few-Shot</vt:lpstr>
      <vt:lpstr>CoT Prompt – Few-Shot - Results</vt:lpstr>
      <vt:lpstr>Ground Truth Testing Results Comparison Analysis</vt:lpstr>
      <vt:lpstr>Best Performing Models</vt:lpstr>
      <vt:lpstr>Classification Results of Full Dataset</vt:lpstr>
      <vt:lpstr>Output from the Prompt</vt:lpstr>
      <vt:lpstr>Observations/Insights and conclusions</vt:lpstr>
      <vt:lpstr>APPENDIX</vt:lpstr>
      <vt:lpstr>Dataset overview</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Buczkowski</dc:creator>
  <cp:lastModifiedBy>John Buczkowski</cp:lastModifiedBy>
  <cp:revision>14</cp:revision>
  <dcterms:modified xsi:type="dcterms:W3CDTF">2025-12-30T20:34:46Z</dcterms:modified>
</cp:coreProperties>
</file>