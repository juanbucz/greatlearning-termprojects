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theme/theme2.xml" ContentType="application/vnd.openxmlformats-officedocument.theme+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78" r:id="rId1"/>
    <p:sldMasterId id="2147483679" r:id="rId2"/>
    <p:sldMasterId id="2147483680" r:id="rId3"/>
  </p:sldMasterIdLst>
  <p:notesMasterIdLst>
    <p:notesMasterId r:id="rId51"/>
  </p:notesMasterIdLst>
  <p:sldIdLst>
    <p:sldId id="256" r:id="rId4"/>
    <p:sldId id="257" r:id="rId5"/>
    <p:sldId id="258" r:id="rId6"/>
    <p:sldId id="259" r:id="rId7"/>
    <p:sldId id="278" r:id="rId8"/>
    <p:sldId id="288" r:id="rId9"/>
    <p:sldId id="289" r:id="rId10"/>
    <p:sldId id="290" r:id="rId11"/>
    <p:sldId id="286" r:id="rId12"/>
    <p:sldId id="291" r:id="rId13"/>
    <p:sldId id="287" r:id="rId14"/>
    <p:sldId id="262" r:id="rId15"/>
    <p:sldId id="293" r:id="rId16"/>
    <p:sldId id="294" r:id="rId17"/>
    <p:sldId id="295" r:id="rId18"/>
    <p:sldId id="296" r:id="rId19"/>
    <p:sldId id="297" r:id="rId20"/>
    <p:sldId id="298" r:id="rId21"/>
    <p:sldId id="299" r:id="rId22"/>
    <p:sldId id="300" r:id="rId23"/>
    <p:sldId id="301" r:id="rId24"/>
    <p:sldId id="303" r:id="rId25"/>
    <p:sldId id="304" r:id="rId26"/>
    <p:sldId id="305" r:id="rId27"/>
    <p:sldId id="306" r:id="rId28"/>
    <p:sldId id="307" r:id="rId29"/>
    <p:sldId id="308" r:id="rId30"/>
    <p:sldId id="309" r:id="rId31"/>
    <p:sldId id="310" r:id="rId32"/>
    <p:sldId id="312" r:id="rId33"/>
    <p:sldId id="313" r:id="rId34"/>
    <p:sldId id="311" r:id="rId35"/>
    <p:sldId id="263" r:id="rId36"/>
    <p:sldId id="264" r:id="rId37"/>
    <p:sldId id="265" r:id="rId38"/>
    <p:sldId id="266" r:id="rId39"/>
    <p:sldId id="267" r:id="rId40"/>
    <p:sldId id="268" r:id="rId41"/>
    <p:sldId id="269" r:id="rId42"/>
    <p:sldId id="270" r:id="rId43"/>
    <p:sldId id="271" r:id="rId44"/>
    <p:sldId id="272" r:id="rId45"/>
    <p:sldId id="273" r:id="rId46"/>
    <p:sldId id="274" r:id="rId47"/>
    <p:sldId id="275" r:id="rId48"/>
    <p:sldId id="276" r:id="rId49"/>
    <p:sldId id="277" r:id="rId50"/>
  </p:sldIdLst>
  <p:sldSz cx="9144000" cy="5143500" type="screen16x9"/>
  <p:notesSz cx="6858000" cy="9144000"/>
  <p:embeddedFontLst>
    <p:embeddedFont>
      <p:font typeface="Century Gothic" panose="020B0502020202020204" pitchFamily="34" charset="0"/>
      <p:regular r:id="rId52"/>
      <p:bold r:id="rId53"/>
      <p:italic r:id="rId54"/>
      <p:boldItalic r:id="rId55"/>
    </p:embeddedFont>
    <p:embeddedFont>
      <p:font typeface="Nunito" pitchFamily="2" charset="0"/>
      <p:regular r:id="rId56"/>
      <p:bold r:id="rId57"/>
      <p:italic r:id="rId58"/>
      <p:boldItalic r:id="rId59"/>
    </p:embeddedFont>
    <p:embeddedFont>
      <p:font typeface="Nunito ExtraBold" pitchFamily="2" charset="0"/>
      <p:bold r:id="rId60"/>
      <p:boldItalic r:id="rId61"/>
    </p:embeddedFont>
    <p:embeddedFont>
      <p:font typeface="Nunito SemiBold" pitchFamily="2" charset="0"/>
      <p:regular r:id="rId62"/>
      <p:bold r:id="rId63"/>
      <p:italic r:id="rId64"/>
      <p:boldItalic r:id="rId65"/>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4CFC87C6-1A0B-40AD-94C4-E44D0AB50E7B}">
  <a:tblStyle styleId="{4CFC87C6-1A0B-40AD-94C4-E44D0AB50E7B}" styleName="Table_0">
    <a:wholeTbl>
      <a:tcTxStyle b="off" i="off">
        <a:font>
          <a:latin typeface="Arial"/>
          <a:ea typeface="Arial"/>
          <a:cs typeface="Arial"/>
        </a:font>
        <a:srgbClr val="000000"/>
      </a:tcTxStyle>
      <a:tcStyle>
        <a:tcBdr>
          <a:left>
            <a:ln w="9525" cap="flat" cmpd="sng">
              <a:solidFill>
                <a:srgbClr val="000000">
                  <a:alpha val="0"/>
                </a:srgbClr>
              </a:solidFill>
              <a:prstDash val="solid"/>
              <a:round/>
              <a:headEnd type="none" w="sm" len="sm"/>
              <a:tailEnd type="none" w="sm" len="sm"/>
            </a:ln>
          </a:left>
          <a:right>
            <a:ln w="9525" cap="flat" cmpd="sng">
              <a:solidFill>
                <a:srgbClr val="000000">
                  <a:alpha val="0"/>
                </a:srgbClr>
              </a:solidFill>
              <a:prstDash val="solid"/>
              <a:round/>
              <a:headEnd type="none" w="sm" len="sm"/>
              <a:tailEnd type="none" w="sm" len="sm"/>
            </a:ln>
          </a:right>
          <a:top>
            <a:ln w="12700" cap="flat" cmpd="sng">
              <a:solidFill>
                <a:srgbClr val="5B9BD5"/>
              </a:solidFill>
              <a:prstDash val="solid"/>
              <a:round/>
              <a:headEnd type="none" w="sm" len="sm"/>
              <a:tailEnd type="none" w="sm" len="sm"/>
            </a:ln>
          </a:top>
          <a:bottom>
            <a:ln w="12700" cap="flat" cmpd="sng">
              <a:solidFill>
                <a:srgbClr val="5B9BD5"/>
              </a:solidFill>
              <a:prstDash val="solid"/>
              <a:round/>
              <a:headEnd type="none" w="sm" len="sm"/>
              <a:tailEnd type="none" w="sm" len="sm"/>
            </a:ln>
          </a:bottom>
          <a:insideH>
            <a:ln w="9525" cap="flat" cmpd="sng">
              <a:solidFill>
                <a:srgbClr val="000000">
                  <a:alpha val="0"/>
                </a:srgbClr>
              </a:solidFill>
              <a:prstDash val="solid"/>
              <a:round/>
              <a:headEnd type="none" w="sm" len="sm"/>
              <a:tailEnd type="none" w="sm" len="sm"/>
            </a:ln>
          </a:insideH>
          <a:insideV>
            <a:ln w="9525" cap="flat" cmpd="sng">
              <a:solidFill>
                <a:srgbClr val="000000">
                  <a:alpha val="0"/>
                </a:srgbClr>
              </a:solidFill>
              <a:prstDash val="solid"/>
              <a:round/>
              <a:headEnd type="none" w="sm" len="sm"/>
              <a:tailEnd type="none" w="sm" len="sm"/>
            </a:ln>
          </a:insideV>
        </a:tcBdr>
        <a:fill>
          <a:solidFill>
            <a:srgbClr val="FFFFFF">
              <a:alpha val="0"/>
            </a:srgbClr>
          </a:solidFill>
        </a:fill>
      </a:tcStyle>
    </a:wholeTbl>
    <a:band1H>
      <a:tcTxStyle b="off" i="off"/>
      <a:tcStyle>
        <a:tcBdr/>
        <a:fill>
          <a:solidFill>
            <a:srgbClr val="5B9BD5">
              <a:alpha val="20000"/>
            </a:srgbClr>
          </a:solidFill>
        </a:fill>
      </a:tcStyle>
    </a:band1H>
    <a:band2H>
      <a:tcTxStyle b="off" i="off"/>
      <a:tcStyle>
        <a:tcBdr/>
      </a:tcStyle>
    </a:band2H>
    <a:band1V>
      <a:tcTxStyle b="off" i="off"/>
      <a:tcStyle>
        <a:tcBdr/>
        <a:fill>
          <a:solidFill>
            <a:srgbClr val="5B9BD5">
              <a:alpha val="20000"/>
            </a:srgbClr>
          </a:solidFill>
        </a:fill>
      </a:tcStyle>
    </a:band1V>
    <a:band2V>
      <a:tcTxStyle b="off" i="off"/>
      <a:tcStyle>
        <a:tcBdr/>
      </a:tcStyle>
    </a:band2V>
    <a:lastCol>
      <a:tcTxStyle b="on" i="off"/>
      <a:tcStyle>
        <a:tcBdr/>
      </a:tcStyle>
    </a:lastCol>
    <a:firstCol>
      <a:tcTxStyle b="on" i="off"/>
      <a:tcStyle>
        <a:tcBdr/>
      </a:tcStyle>
    </a:firstCol>
    <a:lastRow>
      <a:tcTxStyle b="on" i="off"/>
      <a:tcStyle>
        <a:tcBdr>
          <a:top>
            <a:ln w="12700" cap="flat" cmpd="sng">
              <a:solidFill>
                <a:srgbClr val="5B9BD5"/>
              </a:solidFill>
              <a:prstDash val="solid"/>
              <a:round/>
              <a:headEnd type="none" w="sm" len="sm"/>
              <a:tailEnd type="none" w="sm" len="sm"/>
            </a:ln>
          </a:top>
        </a:tcBdr>
        <a:fill>
          <a:solidFill>
            <a:srgbClr val="FFFFFF">
              <a:alpha val="0"/>
            </a:srgbClr>
          </a:solidFill>
        </a:fill>
      </a:tcStyle>
    </a:lastRow>
    <a:seCell>
      <a:tcTxStyle b="off" i="off"/>
      <a:tcStyle>
        <a:tcBdr/>
      </a:tcStyle>
    </a:seCell>
    <a:swCell>
      <a:tcTxStyle b="off" i="off"/>
      <a:tcStyle>
        <a:tcBdr/>
      </a:tcStyle>
    </a:swCell>
    <a:firstRow>
      <a:tcTxStyle b="on" i="off"/>
      <a:tcStyle>
        <a:tcBdr>
          <a:bottom>
            <a:ln w="12700" cap="flat" cmpd="sng">
              <a:solidFill>
                <a:srgbClr val="5B9BD5"/>
              </a:solidFill>
              <a:prstDash val="solid"/>
              <a:round/>
              <a:headEnd type="none" w="sm" len="sm"/>
              <a:tailEnd type="none" w="sm" len="sm"/>
            </a:ln>
          </a:bottom>
        </a:tcBdr>
        <a:fill>
          <a:solidFill>
            <a:srgbClr val="FFFFFF">
              <a:alpha val="0"/>
            </a:srgbClr>
          </a:solidFill>
        </a:fill>
      </a:tcStyle>
    </a:firstRow>
    <a:neCell>
      <a:tcTxStyle b="off" i="off"/>
      <a:tcStyle>
        <a:tcBdr/>
      </a:tcStyle>
    </a:neCell>
    <a:nwCell>
      <a:tcTxStyle b="off" i="off"/>
      <a:tcStyle>
        <a:tcBdr/>
      </a:tcStyle>
    </a:nwCell>
  </a:tblStyle>
  <a:tblStyle styleId="{36976CF4-DB81-4460-9A5E-51383ADFE053}" styleName="Table_1">
    <a:wholeTbl>
      <a:tcTxStyle b="off" i="off">
        <a:font>
          <a:latin typeface="Arial"/>
          <a:ea typeface="Arial"/>
          <a:cs typeface="Arial"/>
        </a:font>
        <a:schemeClr val="dk1"/>
      </a:tcTxStyle>
      <a:tcStyle>
        <a:tcBdr>
          <a:left>
            <a:ln w="12700" cap="flat" cmpd="sng">
              <a:solidFill>
                <a:schemeClr val="lt1"/>
              </a:solidFill>
              <a:prstDash val="solid"/>
              <a:round/>
              <a:headEnd type="none" w="sm" len="sm"/>
              <a:tailEnd type="none" w="sm" len="sm"/>
            </a:ln>
          </a:left>
          <a:right>
            <a:ln w="12700" cap="flat" cmpd="sng">
              <a:solidFill>
                <a:schemeClr val="lt1"/>
              </a:solidFill>
              <a:prstDash val="solid"/>
              <a:round/>
              <a:headEnd type="none" w="sm" len="sm"/>
              <a:tailEnd type="none" w="sm" len="sm"/>
            </a:ln>
          </a:right>
          <a:top>
            <a:ln w="12700" cap="flat" cmpd="sng">
              <a:solidFill>
                <a:schemeClr val="lt1"/>
              </a:solidFill>
              <a:prstDash val="solid"/>
              <a:round/>
              <a:headEnd type="none" w="sm" len="sm"/>
              <a:tailEnd type="none" w="sm" len="sm"/>
            </a:ln>
          </a:top>
          <a:bottom>
            <a:ln w="12700" cap="flat" cmpd="sng">
              <a:solidFill>
                <a:schemeClr val="lt1"/>
              </a:solidFill>
              <a:prstDash val="solid"/>
              <a:round/>
              <a:headEnd type="none" w="sm" len="sm"/>
              <a:tailEnd type="none" w="sm" len="sm"/>
            </a:ln>
          </a:bottom>
          <a:insideH>
            <a:ln w="12700" cap="flat" cmpd="sng">
              <a:solidFill>
                <a:schemeClr val="lt1"/>
              </a:solidFill>
              <a:prstDash val="solid"/>
              <a:round/>
              <a:headEnd type="none" w="sm" len="sm"/>
              <a:tailEnd type="none" w="sm" len="sm"/>
            </a:ln>
          </a:insideH>
          <a:insideV>
            <a:ln w="12700" cap="flat" cmpd="sng">
              <a:solidFill>
                <a:schemeClr val="lt1"/>
              </a:solidFill>
              <a:prstDash val="solid"/>
              <a:round/>
              <a:headEnd type="none" w="sm" len="sm"/>
              <a:tailEnd type="none" w="sm" len="sm"/>
            </a:ln>
          </a:insideV>
        </a:tcBdr>
        <a:fill>
          <a:solidFill>
            <a:srgbClr val="EBEEEF"/>
          </a:solidFill>
        </a:fill>
      </a:tcStyle>
    </a:wholeTbl>
    <a:band1H>
      <a:tcTxStyle b="off" i="off"/>
      <a:tcStyle>
        <a:tcBdr/>
        <a:fill>
          <a:solidFill>
            <a:srgbClr val="D5DBDE"/>
          </a:solidFill>
        </a:fill>
      </a:tcStyle>
    </a:band1H>
    <a:band2H>
      <a:tcTxStyle b="off" i="off"/>
      <a:tcStyle>
        <a:tcBdr/>
      </a:tcStyle>
    </a:band2H>
    <a:band1V>
      <a:tcTxStyle b="off" i="off"/>
      <a:tcStyle>
        <a:tcBdr/>
        <a:fill>
          <a:solidFill>
            <a:srgbClr val="D5DBDE"/>
          </a:solidFill>
        </a:fill>
      </a:tcStyle>
    </a:band1V>
    <a:band2V>
      <a:tcTxStyle b="off" i="off"/>
      <a:tcStyle>
        <a:tcBdr/>
      </a:tcStyle>
    </a:band2V>
    <a:lastCol>
      <a:tcTxStyle b="on" i="off">
        <a:font>
          <a:latin typeface="Arial"/>
          <a:ea typeface="Arial"/>
          <a:cs typeface="Arial"/>
        </a:font>
        <a:schemeClr val="lt1"/>
      </a:tcTxStyle>
      <a:tcStyle>
        <a:tcBdr/>
        <a:fill>
          <a:solidFill>
            <a:schemeClr val="accent3"/>
          </a:solidFill>
        </a:fill>
      </a:tcStyle>
    </a:lastCol>
    <a:firstCol>
      <a:tcTxStyle b="on" i="off">
        <a:font>
          <a:latin typeface="Arial"/>
          <a:ea typeface="Arial"/>
          <a:cs typeface="Arial"/>
        </a:font>
        <a:schemeClr val="lt1"/>
      </a:tcTxStyle>
      <a:tcStyle>
        <a:tcBdr/>
        <a:fill>
          <a:solidFill>
            <a:schemeClr val="accent3"/>
          </a:solidFill>
        </a:fill>
      </a:tcStyle>
    </a:firstCol>
    <a:lastRow>
      <a:tcTxStyle b="on" i="off">
        <a:font>
          <a:latin typeface="Arial"/>
          <a:ea typeface="Arial"/>
          <a:cs typeface="Arial"/>
        </a:font>
        <a:schemeClr val="lt1"/>
      </a:tcTxStyle>
      <a:tcStyle>
        <a:tcBdr>
          <a:top>
            <a:ln w="38100" cap="flat" cmpd="sng">
              <a:solidFill>
                <a:schemeClr val="lt1"/>
              </a:solidFill>
              <a:prstDash val="solid"/>
              <a:round/>
              <a:headEnd type="none" w="sm" len="sm"/>
              <a:tailEnd type="none" w="sm" len="sm"/>
            </a:ln>
          </a:top>
        </a:tcBdr>
        <a:fill>
          <a:solidFill>
            <a:schemeClr val="accent3"/>
          </a:solidFill>
        </a:fill>
      </a:tcStyle>
    </a:lastRow>
    <a:seCell>
      <a:tcTxStyle b="off" i="off"/>
      <a:tcStyle>
        <a:tcBdr/>
      </a:tcStyle>
    </a:seCell>
    <a:swCell>
      <a:tcTxStyle b="off" i="off"/>
      <a:tcStyle>
        <a:tcBdr/>
      </a:tcStyle>
    </a:swCell>
    <a:firstRow>
      <a:tcTxStyle b="on" i="off">
        <a:font>
          <a:latin typeface="Arial"/>
          <a:ea typeface="Arial"/>
          <a:cs typeface="Arial"/>
        </a:font>
        <a:schemeClr val="lt1"/>
      </a:tcTxStyle>
      <a:tcStyle>
        <a:tcBdr>
          <a:bottom>
            <a:ln w="38100" cap="flat" cmpd="sng">
              <a:solidFill>
                <a:schemeClr val="lt1"/>
              </a:solidFill>
              <a:prstDash val="solid"/>
              <a:round/>
              <a:headEnd type="none" w="sm" len="sm"/>
              <a:tailEnd type="none" w="sm" len="sm"/>
            </a:ln>
          </a:bottom>
        </a:tcBdr>
        <a:fill>
          <a:solidFill>
            <a:schemeClr val="accent3"/>
          </a:solidFill>
        </a:fill>
      </a:tcStyle>
    </a:firstRow>
    <a:neCell>
      <a:tcTxStyle b="off" i="off"/>
      <a:tcStyle>
        <a:tcBdr/>
      </a:tcStyle>
    </a:neCell>
    <a:nwCell>
      <a:tcTxStyle b="off" i="off"/>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35" d="100"/>
          <a:sy n="135" d="100"/>
        </p:scale>
        <p:origin x="918" y="114"/>
      </p:cViewPr>
      <p:guideLst>
        <p:guide orient="horz" pos="162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3.xml"/><Relationship Id="rId21" Type="http://schemas.openxmlformats.org/officeDocument/2006/relationships/slide" Target="slides/slide18.xml"/><Relationship Id="rId42" Type="http://schemas.openxmlformats.org/officeDocument/2006/relationships/slide" Target="slides/slide39.xml"/><Relationship Id="rId47" Type="http://schemas.openxmlformats.org/officeDocument/2006/relationships/slide" Target="slides/slide44.xml"/><Relationship Id="rId63" Type="http://schemas.openxmlformats.org/officeDocument/2006/relationships/font" Target="fonts/font12.fntdata"/><Relationship Id="rId68" Type="http://schemas.openxmlformats.org/officeDocument/2006/relationships/theme" Target="theme/theme1.xml"/><Relationship Id="rId7" Type="http://schemas.openxmlformats.org/officeDocument/2006/relationships/slide" Target="slides/slide4.xml"/><Relationship Id="rId2" Type="http://schemas.openxmlformats.org/officeDocument/2006/relationships/slideMaster" Target="slideMasters/slideMaster2.xml"/><Relationship Id="rId16" Type="http://schemas.openxmlformats.org/officeDocument/2006/relationships/slide" Target="slides/slide13.xml"/><Relationship Id="rId29" Type="http://schemas.openxmlformats.org/officeDocument/2006/relationships/slide" Target="slides/slide26.xml"/><Relationship Id="rId11" Type="http://schemas.openxmlformats.org/officeDocument/2006/relationships/slide" Target="slides/slide8.xml"/><Relationship Id="rId24" Type="http://schemas.openxmlformats.org/officeDocument/2006/relationships/slide" Target="slides/slide21.xml"/><Relationship Id="rId32" Type="http://schemas.openxmlformats.org/officeDocument/2006/relationships/slide" Target="slides/slide29.xml"/><Relationship Id="rId37" Type="http://schemas.openxmlformats.org/officeDocument/2006/relationships/slide" Target="slides/slide34.xml"/><Relationship Id="rId40" Type="http://schemas.openxmlformats.org/officeDocument/2006/relationships/slide" Target="slides/slide37.xml"/><Relationship Id="rId45" Type="http://schemas.openxmlformats.org/officeDocument/2006/relationships/slide" Target="slides/slide42.xml"/><Relationship Id="rId53" Type="http://schemas.openxmlformats.org/officeDocument/2006/relationships/font" Target="fonts/font2.fntdata"/><Relationship Id="rId58" Type="http://schemas.openxmlformats.org/officeDocument/2006/relationships/font" Target="fonts/font7.fntdata"/><Relationship Id="rId66" Type="http://schemas.openxmlformats.org/officeDocument/2006/relationships/presProps" Target="presProps.xml"/><Relationship Id="rId5" Type="http://schemas.openxmlformats.org/officeDocument/2006/relationships/slide" Target="slides/slide2.xml"/><Relationship Id="rId61" Type="http://schemas.openxmlformats.org/officeDocument/2006/relationships/font" Target="fonts/font10.fntdata"/><Relationship Id="rId19" Type="http://schemas.openxmlformats.org/officeDocument/2006/relationships/slide" Target="slides/slide16.xml"/><Relationship Id="rId14" Type="http://schemas.openxmlformats.org/officeDocument/2006/relationships/slide" Target="slides/slide11.xml"/><Relationship Id="rId22" Type="http://schemas.openxmlformats.org/officeDocument/2006/relationships/slide" Target="slides/slide19.xml"/><Relationship Id="rId27" Type="http://schemas.openxmlformats.org/officeDocument/2006/relationships/slide" Target="slides/slide24.xml"/><Relationship Id="rId30" Type="http://schemas.openxmlformats.org/officeDocument/2006/relationships/slide" Target="slides/slide27.xml"/><Relationship Id="rId35" Type="http://schemas.openxmlformats.org/officeDocument/2006/relationships/slide" Target="slides/slide32.xml"/><Relationship Id="rId43" Type="http://schemas.openxmlformats.org/officeDocument/2006/relationships/slide" Target="slides/slide40.xml"/><Relationship Id="rId48" Type="http://schemas.openxmlformats.org/officeDocument/2006/relationships/slide" Target="slides/slide45.xml"/><Relationship Id="rId56" Type="http://schemas.openxmlformats.org/officeDocument/2006/relationships/font" Target="fonts/font5.fntdata"/><Relationship Id="rId64" Type="http://schemas.openxmlformats.org/officeDocument/2006/relationships/font" Target="fonts/font13.fntdata"/><Relationship Id="rId69" Type="http://schemas.openxmlformats.org/officeDocument/2006/relationships/tableStyles" Target="tableStyles.xml"/><Relationship Id="rId8" Type="http://schemas.openxmlformats.org/officeDocument/2006/relationships/slide" Target="slides/slide5.xml"/><Relationship Id="rId51" Type="http://schemas.openxmlformats.org/officeDocument/2006/relationships/notesMaster" Target="notesMasters/notesMaster1.xml"/><Relationship Id="rId3" Type="http://schemas.openxmlformats.org/officeDocument/2006/relationships/slideMaster" Target="slideMasters/slideMaster3.xml"/><Relationship Id="rId12" Type="http://schemas.openxmlformats.org/officeDocument/2006/relationships/slide" Target="slides/slide9.xml"/><Relationship Id="rId17" Type="http://schemas.openxmlformats.org/officeDocument/2006/relationships/slide" Target="slides/slide14.xml"/><Relationship Id="rId25" Type="http://schemas.openxmlformats.org/officeDocument/2006/relationships/slide" Target="slides/slide22.xml"/><Relationship Id="rId33" Type="http://schemas.openxmlformats.org/officeDocument/2006/relationships/slide" Target="slides/slide30.xml"/><Relationship Id="rId38" Type="http://schemas.openxmlformats.org/officeDocument/2006/relationships/slide" Target="slides/slide35.xml"/><Relationship Id="rId46" Type="http://schemas.openxmlformats.org/officeDocument/2006/relationships/slide" Target="slides/slide43.xml"/><Relationship Id="rId59" Type="http://schemas.openxmlformats.org/officeDocument/2006/relationships/font" Target="fonts/font8.fntdata"/><Relationship Id="rId67" Type="http://schemas.openxmlformats.org/officeDocument/2006/relationships/viewProps" Target="viewProps.xml"/><Relationship Id="rId20" Type="http://schemas.openxmlformats.org/officeDocument/2006/relationships/slide" Target="slides/slide17.xml"/><Relationship Id="rId41" Type="http://schemas.openxmlformats.org/officeDocument/2006/relationships/slide" Target="slides/slide38.xml"/><Relationship Id="rId54" Type="http://schemas.openxmlformats.org/officeDocument/2006/relationships/font" Target="fonts/font3.fntdata"/><Relationship Id="rId62" Type="http://schemas.openxmlformats.org/officeDocument/2006/relationships/font" Target="fonts/font11.fntdata"/><Relationship Id="rId1" Type="http://schemas.openxmlformats.org/officeDocument/2006/relationships/slideMaster" Target="slideMasters/slideMaster1.xml"/><Relationship Id="rId6" Type="http://schemas.openxmlformats.org/officeDocument/2006/relationships/slide" Target="slides/slide3.xml"/><Relationship Id="rId15" Type="http://schemas.openxmlformats.org/officeDocument/2006/relationships/slide" Target="slides/slide12.xml"/><Relationship Id="rId23" Type="http://schemas.openxmlformats.org/officeDocument/2006/relationships/slide" Target="slides/slide20.xml"/><Relationship Id="rId28" Type="http://schemas.openxmlformats.org/officeDocument/2006/relationships/slide" Target="slides/slide25.xml"/><Relationship Id="rId36" Type="http://schemas.openxmlformats.org/officeDocument/2006/relationships/slide" Target="slides/slide33.xml"/><Relationship Id="rId49" Type="http://schemas.openxmlformats.org/officeDocument/2006/relationships/slide" Target="slides/slide46.xml"/><Relationship Id="rId57" Type="http://schemas.openxmlformats.org/officeDocument/2006/relationships/font" Target="fonts/font6.fntdata"/><Relationship Id="rId10" Type="http://schemas.openxmlformats.org/officeDocument/2006/relationships/slide" Target="slides/slide7.xml"/><Relationship Id="rId31" Type="http://schemas.openxmlformats.org/officeDocument/2006/relationships/slide" Target="slides/slide28.xml"/><Relationship Id="rId44" Type="http://schemas.openxmlformats.org/officeDocument/2006/relationships/slide" Target="slides/slide41.xml"/><Relationship Id="rId52" Type="http://schemas.openxmlformats.org/officeDocument/2006/relationships/font" Target="fonts/font1.fntdata"/><Relationship Id="rId60" Type="http://schemas.openxmlformats.org/officeDocument/2006/relationships/font" Target="fonts/font9.fntdata"/><Relationship Id="rId65" Type="http://schemas.openxmlformats.org/officeDocument/2006/relationships/font" Target="fonts/font14.fntdata"/><Relationship Id="rId4" Type="http://schemas.openxmlformats.org/officeDocument/2006/relationships/slide" Target="slides/slide1.xml"/><Relationship Id="rId9" Type="http://schemas.openxmlformats.org/officeDocument/2006/relationships/slide" Target="slides/slide6.xml"/><Relationship Id="rId13" Type="http://schemas.openxmlformats.org/officeDocument/2006/relationships/slide" Target="slides/slide10.xml"/><Relationship Id="rId18" Type="http://schemas.openxmlformats.org/officeDocument/2006/relationships/slide" Target="slides/slide15.xml"/><Relationship Id="rId39" Type="http://schemas.openxmlformats.org/officeDocument/2006/relationships/slide" Target="slides/slide36.xml"/><Relationship Id="rId34" Type="http://schemas.openxmlformats.org/officeDocument/2006/relationships/slide" Target="slides/slide31.xml"/><Relationship Id="rId50" Type="http://schemas.openxmlformats.org/officeDocument/2006/relationships/slide" Target="slides/slide47.xml"/><Relationship Id="rId55" Type="http://schemas.openxmlformats.org/officeDocument/2006/relationships/font" Target="fonts/font4.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marR="0" lvl="0"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1pPr>
            <a:lvl2pPr marL="914400" marR="0" lvl="1"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2pPr>
            <a:lvl3pPr marL="1371600" marR="0" lvl="2"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3pPr>
            <a:lvl4pPr marL="1828800" marR="0" lvl="3"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4pPr>
            <a:lvl5pPr marL="2286000" marR="0" lvl="4"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5pPr>
            <a:lvl6pPr marL="2743200" marR="0" lvl="5"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6pPr>
            <a:lvl7pPr marL="3200400" marR="0" lvl="6"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7pPr>
            <a:lvl8pPr marL="3657600" marR="0" lvl="7"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8pPr>
            <a:lvl9pPr marL="4114800" marR="0" lvl="8"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9"/>
        <p:cNvGrpSpPr/>
        <p:nvPr/>
      </p:nvGrpSpPr>
      <p:grpSpPr>
        <a:xfrm>
          <a:off x="0" y="0"/>
          <a:ext cx="0" cy="0"/>
          <a:chOff x="0" y="0"/>
          <a:chExt cx="0" cy="0"/>
        </a:xfrm>
      </p:grpSpPr>
      <p:sp>
        <p:nvSpPr>
          <p:cNvPr id="150" name="Google Shape;150;p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51" name="Google Shape;151;p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4"/>
        <p:cNvGrpSpPr/>
        <p:nvPr/>
      </p:nvGrpSpPr>
      <p:grpSpPr>
        <a:xfrm>
          <a:off x="0" y="0"/>
          <a:ext cx="0" cy="0"/>
          <a:chOff x="0" y="0"/>
          <a:chExt cx="0" cy="0"/>
        </a:xfrm>
      </p:grpSpPr>
      <p:sp>
        <p:nvSpPr>
          <p:cNvPr id="155" name="Google Shape;155;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56" name="Google Shape;156;p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0"/>
        <p:cNvGrpSpPr/>
        <p:nvPr/>
      </p:nvGrpSpPr>
      <p:grpSpPr>
        <a:xfrm>
          <a:off x="0" y="0"/>
          <a:ext cx="0" cy="0"/>
          <a:chOff x="0" y="0"/>
          <a:chExt cx="0" cy="0"/>
        </a:xfrm>
      </p:grpSpPr>
      <p:sp>
        <p:nvSpPr>
          <p:cNvPr id="161" name="Google Shape;161;p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62" name="Google Shape;162;p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6"/>
        <p:cNvGrpSpPr/>
        <p:nvPr/>
      </p:nvGrpSpPr>
      <p:grpSpPr>
        <a:xfrm>
          <a:off x="0" y="0"/>
          <a:ext cx="0" cy="0"/>
          <a:chOff x="0" y="0"/>
          <a:chExt cx="0" cy="0"/>
        </a:xfrm>
      </p:grpSpPr>
      <p:sp>
        <p:nvSpPr>
          <p:cNvPr id="167" name="Google Shape;167;p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68" name="Google Shape;168;p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7"/>
        <p:cNvGrpSpPr/>
        <p:nvPr/>
      </p:nvGrpSpPr>
      <p:grpSpPr>
        <a:xfrm>
          <a:off x="0" y="0"/>
          <a:ext cx="0" cy="0"/>
          <a:chOff x="0" y="0"/>
          <a:chExt cx="0" cy="0"/>
        </a:xfrm>
      </p:grpSpPr>
      <p:sp>
        <p:nvSpPr>
          <p:cNvPr id="228" name="Google Shape;228;p3:notes"/>
          <p:cNvSpPr>
            <a:spLocks noGrp="1" noRot="1" noChangeAspect="1"/>
          </p:cNvSpPr>
          <p:nvPr>
            <p:ph type="sldImg" idx="2"/>
          </p:nvPr>
        </p:nvSpPr>
        <p:spPr>
          <a:xfrm>
            <a:off x="406400" y="696913"/>
            <a:ext cx="6197600" cy="348615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29" name="Google Shape;229;p3:notes"/>
          <p:cNvSpPr txBox="1">
            <a:spLocks noGrp="1"/>
          </p:cNvSpPr>
          <p:nvPr>
            <p:ph type="body" idx="1"/>
          </p:nvPr>
        </p:nvSpPr>
        <p:spPr>
          <a:xfrm>
            <a:off x="701040" y="4415790"/>
            <a:ext cx="5608320" cy="4183380"/>
          </a:xfrm>
          <a:prstGeom prst="rect">
            <a:avLst/>
          </a:prstGeom>
          <a:noFill/>
          <a:ln>
            <a:noFill/>
          </a:ln>
        </p:spPr>
        <p:txBody>
          <a:bodyPr spcFirstLastPara="1" wrap="square" lIns="93162" tIns="93162" rIns="93162" bIns="93162" anchor="t" anchorCtr="0">
            <a:noAutofit/>
          </a:bodyPr>
          <a:lstStyle/>
          <a:p>
            <a:pPr marL="0" indent="0">
              <a:buNone/>
            </a:pPr>
            <a:endParaRPr dirty="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7">
          <a:extLst>
            <a:ext uri="{FF2B5EF4-FFF2-40B4-BE49-F238E27FC236}">
              <a16:creationId xmlns:a16="http://schemas.microsoft.com/office/drawing/2014/main" id="{732649BE-75EE-08D1-4487-F972587A41AD}"/>
            </a:ext>
          </a:extLst>
        </p:cNvPr>
        <p:cNvGrpSpPr/>
        <p:nvPr/>
      </p:nvGrpSpPr>
      <p:grpSpPr>
        <a:xfrm>
          <a:off x="0" y="0"/>
          <a:ext cx="0" cy="0"/>
          <a:chOff x="0" y="0"/>
          <a:chExt cx="0" cy="0"/>
        </a:xfrm>
      </p:grpSpPr>
      <p:sp>
        <p:nvSpPr>
          <p:cNvPr id="228" name="Google Shape;228;p3:notes">
            <a:extLst>
              <a:ext uri="{FF2B5EF4-FFF2-40B4-BE49-F238E27FC236}">
                <a16:creationId xmlns:a16="http://schemas.microsoft.com/office/drawing/2014/main" id="{8DA364A2-CEA1-8ED1-1DE3-8E290891E237}"/>
              </a:ext>
            </a:extLst>
          </p:cNvPr>
          <p:cNvSpPr>
            <a:spLocks noGrp="1" noRot="1" noChangeAspect="1"/>
          </p:cNvSpPr>
          <p:nvPr>
            <p:ph type="sldImg" idx="2"/>
          </p:nvPr>
        </p:nvSpPr>
        <p:spPr>
          <a:xfrm>
            <a:off x="406400" y="696913"/>
            <a:ext cx="6197600" cy="348615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29" name="Google Shape;229;p3:notes">
            <a:extLst>
              <a:ext uri="{FF2B5EF4-FFF2-40B4-BE49-F238E27FC236}">
                <a16:creationId xmlns:a16="http://schemas.microsoft.com/office/drawing/2014/main" id="{3AD541C3-BBE0-74CC-7A05-0F4A8711A0BB}"/>
              </a:ext>
            </a:extLst>
          </p:cNvPr>
          <p:cNvSpPr txBox="1">
            <a:spLocks noGrp="1"/>
          </p:cNvSpPr>
          <p:nvPr>
            <p:ph type="body" idx="1"/>
          </p:nvPr>
        </p:nvSpPr>
        <p:spPr>
          <a:xfrm>
            <a:off x="701040" y="4415790"/>
            <a:ext cx="5608320" cy="4183380"/>
          </a:xfrm>
          <a:prstGeom prst="rect">
            <a:avLst/>
          </a:prstGeom>
          <a:noFill/>
          <a:ln>
            <a:noFill/>
          </a:ln>
        </p:spPr>
        <p:txBody>
          <a:bodyPr spcFirstLastPara="1" wrap="square" lIns="93162" tIns="93162" rIns="93162" bIns="93162" anchor="t" anchorCtr="0">
            <a:noAutofit/>
          </a:bodyPr>
          <a:lstStyle/>
          <a:p>
            <a:pPr marL="0" indent="0">
              <a:buNone/>
            </a:pPr>
            <a:endParaRPr dirty="0"/>
          </a:p>
        </p:txBody>
      </p:sp>
    </p:spTree>
    <p:extLst>
      <p:ext uri="{BB962C8B-B14F-4D97-AF65-F5344CB8AC3E}">
        <p14:creationId xmlns:p14="http://schemas.microsoft.com/office/powerpoint/2010/main" val="114287918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7">
          <a:extLst>
            <a:ext uri="{FF2B5EF4-FFF2-40B4-BE49-F238E27FC236}">
              <a16:creationId xmlns:a16="http://schemas.microsoft.com/office/drawing/2014/main" id="{44527584-FDA4-3E5C-069A-7614770AB153}"/>
            </a:ext>
          </a:extLst>
        </p:cNvPr>
        <p:cNvGrpSpPr/>
        <p:nvPr/>
      </p:nvGrpSpPr>
      <p:grpSpPr>
        <a:xfrm>
          <a:off x="0" y="0"/>
          <a:ext cx="0" cy="0"/>
          <a:chOff x="0" y="0"/>
          <a:chExt cx="0" cy="0"/>
        </a:xfrm>
      </p:grpSpPr>
      <p:sp>
        <p:nvSpPr>
          <p:cNvPr id="228" name="Google Shape;228;p3:notes">
            <a:extLst>
              <a:ext uri="{FF2B5EF4-FFF2-40B4-BE49-F238E27FC236}">
                <a16:creationId xmlns:a16="http://schemas.microsoft.com/office/drawing/2014/main" id="{ED7AD44A-83AA-D185-CA3E-B29CE2F6F088}"/>
              </a:ext>
            </a:extLst>
          </p:cNvPr>
          <p:cNvSpPr>
            <a:spLocks noGrp="1" noRot="1" noChangeAspect="1"/>
          </p:cNvSpPr>
          <p:nvPr>
            <p:ph type="sldImg" idx="2"/>
          </p:nvPr>
        </p:nvSpPr>
        <p:spPr>
          <a:xfrm>
            <a:off x="406400" y="696913"/>
            <a:ext cx="6197600" cy="348615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29" name="Google Shape;229;p3:notes">
            <a:extLst>
              <a:ext uri="{FF2B5EF4-FFF2-40B4-BE49-F238E27FC236}">
                <a16:creationId xmlns:a16="http://schemas.microsoft.com/office/drawing/2014/main" id="{7027A506-9288-6817-0FB4-DF865D79BC8B}"/>
              </a:ext>
            </a:extLst>
          </p:cNvPr>
          <p:cNvSpPr txBox="1">
            <a:spLocks noGrp="1"/>
          </p:cNvSpPr>
          <p:nvPr>
            <p:ph type="body" idx="1"/>
          </p:nvPr>
        </p:nvSpPr>
        <p:spPr>
          <a:xfrm>
            <a:off x="701040" y="4415790"/>
            <a:ext cx="5608320" cy="4183380"/>
          </a:xfrm>
          <a:prstGeom prst="rect">
            <a:avLst/>
          </a:prstGeom>
          <a:noFill/>
          <a:ln>
            <a:noFill/>
          </a:ln>
        </p:spPr>
        <p:txBody>
          <a:bodyPr spcFirstLastPara="1" wrap="square" lIns="93162" tIns="93162" rIns="93162" bIns="93162" anchor="t" anchorCtr="0">
            <a:noAutofit/>
          </a:bodyPr>
          <a:lstStyle/>
          <a:p>
            <a:pPr marL="0" indent="0">
              <a:buNone/>
            </a:pPr>
            <a:endParaRPr dirty="0"/>
          </a:p>
        </p:txBody>
      </p:sp>
    </p:spTree>
    <p:extLst>
      <p:ext uri="{BB962C8B-B14F-4D97-AF65-F5344CB8AC3E}">
        <p14:creationId xmlns:p14="http://schemas.microsoft.com/office/powerpoint/2010/main" val="314087192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7">
          <a:extLst>
            <a:ext uri="{FF2B5EF4-FFF2-40B4-BE49-F238E27FC236}">
              <a16:creationId xmlns:a16="http://schemas.microsoft.com/office/drawing/2014/main" id="{2C3A470F-7C49-66B7-70A9-76C42CBB05E4}"/>
            </a:ext>
          </a:extLst>
        </p:cNvPr>
        <p:cNvGrpSpPr/>
        <p:nvPr/>
      </p:nvGrpSpPr>
      <p:grpSpPr>
        <a:xfrm>
          <a:off x="0" y="0"/>
          <a:ext cx="0" cy="0"/>
          <a:chOff x="0" y="0"/>
          <a:chExt cx="0" cy="0"/>
        </a:xfrm>
      </p:grpSpPr>
      <p:sp>
        <p:nvSpPr>
          <p:cNvPr id="228" name="Google Shape;228;p3:notes">
            <a:extLst>
              <a:ext uri="{FF2B5EF4-FFF2-40B4-BE49-F238E27FC236}">
                <a16:creationId xmlns:a16="http://schemas.microsoft.com/office/drawing/2014/main" id="{7BF72678-B86D-1E88-54E0-ED1474DEC03C}"/>
              </a:ext>
            </a:extLst>
          </p:cNvPr>
          <p:cNvSpPr>
            <a:spLocks noGrp="1" noRot="1" noChangeAspect="1"/>
          </p:cNvSpPr>
          <p:nvPr>
            <p:ph type="sldImg" idx="2"/>
          </p:nvPr>
        </p:nvSpPr>
        <p:spPr>
          <a:xfrm>
            <a:off x="406400" y="696913"/>
            <a:ext cx="6197600" cy="348615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29" name="Google Shape;229;p3:notes">
            <a:extLst>
              <a:ext uri="{FF2B5EF4-FFF2-40B4-BE49-F238E27FC236}">
                <a16:creationId xmlns:a16="http://schemas.microsoft.com/office/drawing/2014/main" id="{6B2D960A-8536-1915-584A-175EAF2CBE72}"/>
              </a:ext>
            </a:extLst>
          </p:cNvPr>
          <p:cNvSpPr txBox="1">
            <a:spLocks noGrp="1"/>
          </p:cNvSpPr>
          <p:nvPr>
            <p:ph type="body" idx="1"/>
          </p:nvPr>
        </p:nvSpPr>
        <p:spPr>
          <a:xfrm>
            <a:off x="701040" y="4415790"/>
            <a:ext cx="5608320" cy="4183380"/>
          </a:xfrm>
          <a:prstGeom prst="rect">
            <a:avLst/>
          </a:prstGeom>
          <a:noFill/>
          <a:ln>
            <a:noFill/>
          </a:ln>
        </p:spPr>
        <p:txBody>
          <a:bodyPr spcFirstLastPara="1" wrap="square" lIns="93162" tIns="93162" rIns="93162" bIns="93162" anchor="t" anchorCtr="0">
            <a:noAutofit/>
          </a:bodyPr>
          <a:lstStyle/>
          <a:p>
            <a:pPr marL="0" indent="0">
              <a:buNone/>
            </a:pPr>
            <a:endParaRPr dirty="0"/>
          </a:p>
        </p:txBody>
      </p:sp>
    </p:spTree>
    <p:extLst>
      <p:ext uri="{BB962C8B-B14F-4D97-AF65-F5344CB8AC3E}">
        <p14:creationId xmlns:p14="http://schemas.microsoft.com/office/powerpoint/2010/main" val="189400868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4"/>
        <p:cNvGrpSpPr/>
        <p:nvPr/>
      </p:nvGrpSpPr>
      <p:grpSpPr>
        <a:xfrm>
          <a:off x="0" y="0"/>
          <a:ext cx="0" cy="0"/>
          <a:chOff x="0" y="0"/>
          <a:chExt cx="0" cy="0"/>
        </a:xfrm>
      </p:grpSpPr>
      <p:sp>
        <p:nvSpPr>
          <p:cNvPr id="185" name="Google Shape;185;p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6" name="Google Shape;186;p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4">
          <a:extLst>
            <a:ext uri="{FF2B5EF4-FFF2-40B4-BE49-F238E27FC236}">
              <a16:creationId xmlns:a16="http://schemas.microsoft.com/office/drawing/2014/main" id="{D99634B0-CE6E-C201-D6E4-330E83608EB7}"/>
            </a:ext>
          </a:extLst>
        </p:cNvPr>
        <p:cNvGrpSpPr/>
        <p:nvPr/>
      </p:nvGrpSpPr>
      <p:grpSpPr>
        <a:xfrm>
          <a:off x="0" y="0"/>
          <a:ext cx="0" cy="0"/>
          <a:chOff x="0" y="0"/>
          <a:chExt cx="0" cy="0"/>
        </a:xfrm>
      </p:grpSpPr>
      <p:sp>
        <p:nvSpPr>
          <p:cNvPr id="185" name="Google Shape;185;p7:notes">
            <a:extLst>
              <a:ext uri="{FF2B5EF4-FFF2-40B4-BE49-F238E27FC236}">
                <a16:creationId xmlns:a16="http://schemas.microsoft.com/office/drawing/2014/main" id="{8081FB99-D061-F218-4432-12A50FECA95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6" name="Google Shape;186;p7:notes">
            <a:extLst>
              <a:ext uri="{FF2B5EF4-FFF2-40B4-BE49-F238E27FC236}">
                <a16:creationId xmlns:a16="http://schemas.microsoft.com/office/drawing/2014/main" id="{39DA6073-53F8-2B50-0D4C-6382AB695833}"/>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65759330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4">
          <a:extLst>
            <a:ext uri="{FF2B5EF4-FFF2-40B4-BE49-F238E27FC236}">
              <a16:creationId xmlns:a16="http://schemas.microsoft.com/office/drawing/2014/main" id="{45BF3E70-71EB-F971-5579-502BC97D88F7}"/>
            </a:ext>
          </a:extLst>
        </p:cNvPr>
        <p:cNvGrpSpPr/>
        <p:nvPr/>
      </p:nvGrpSpPr>
      <p:grpSpPr>
        <a:xfrm>
          <a:off x="0" y="0"/>
          <a:ext cx="0" cy="0"/>
          <a:chOff x="0" y="0"/>
          <a:chExt cx="0" cy="0"/>
        </a:xfrm>
      </p:grpSpPr>
      <p:sp>
        <p:nvSpPr>
          <p:cNvPr id="185" name="Google Shape;185;p7:notes">
            <a:extLst>
              <a:ext uri="{FF2B5EF4-FFF2-40B4-BE49-F238E27FC236}">
                <a16:creationId xmlns:a16="http://schemas.microsoft.com/office/drawing/2014/main" id="{534FE61C-1CA5-19B0-0C32-64BCEE27AF5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6" name="Google Shape;186;p7:notes">
            <a:extLst>
              <a:ext uri="{FF2B5EF4-FFF2-40B4-BE49-F238E27FC236}">
                <a16:creationId xmlns:a16="http://schemas.microsoft.com/office/drawing/2014/main" id="{310C5176-E6A3-EB4D-0322-C9B128C50158}"/>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39027030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4">
          <a:extLst>
            <a:ext uri="{FF2B5EF4-FFF2-40B4-BE49-F238E27FC236}">
              <a16:creationId xmlns:a16="http://schemas.microsoft.com/office/drawing/2014/main" id="{8204D93A-0F44-8782-B0C3-3D6E8692929D}"/>
            </a:ext>
          </a:extLst>
        </p:cNvPr>
        <p:cNvGrpSpPr/>
        <p:nvPr/>
      </p:nvGrpSpPr>
      <p:grpSpPr>
        <a:xfrm>
          <a:off x="0" y="0"/>
          <a:ext cx="0" cy="0"/>
          <a:chOff x="0" y="0"/>
          <a:chExt cx="0" cy="0"/>
        </a:xfrm>
      </p:grpSpPr>
      <p:sp>
        <p:nvSpPr>
          <p:cNvPr id="185" name="Google Shape;185;p7:notes">
            <a:extLst>
              <a:ext uri="{FF2B5EF4-FFF2-40B4-BE49-F238E27FC236}">
                <a16:creationId xmlns:a16="http://schemas.microsoft.com/office/drawing/2014/main" id="{C3E632DD-3771-FB9F-F52D-16702885B57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6" name="Google Shape;186;p7:notes">
            <a:extLst>
              <a:ext uri="{FF2B5EF4-FFF2-40B4-BE49-F238E27FC236}">
                <a16:creationId xmlns:a16="http://schemas.microsoft.com/office/drawing/2014/main" id="{FD05E878-9279-64EC-3588-12CDDA418975}"/>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66945743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4">
          <a:extLst>
            <a:ext uri="{FF2B5EF4-FFF2-40B4-BE49-F238E27FC236}">
              <a16:creationId xmlns:a16="http://schemas.microsoft.com/office/drawing/2014/main" id="{DA1F071F-9B23-A49E-68A0-7739CC478F47}"/>
            </a:ext>
          </a:extLst>
        </p:cNvPr>
        <p:cNvGrpSpPr/>
        <p:nvPr/>
      </p:nvGrpSpPr>
      <p:grpSpPr>
        <a:xfrm>
          <a:off x="0" y="0"/>
          <a:ext cx="0" cy="0"/>
          <a:chOff x="0" y="0"/>
          <a:chExt cx="0" cy="0"/>
        </a:xfrm>
      </p:grpSpPr>
      <p:sp>
        <p:nvSpPr>
          <p:cNvPr id="185" name="Google Shape;185;p7:notes">
            <a:extLst>
              <a:ext uri="{FF2B5EF4-FFF2-40B4-BE49-F238E27FC236}">
                <a16:creationId xmlns:a16="http://schemas.microsoft.com/office/drawing/2014/main" id="{FEF7C748-23D4-EBF7-4FC6-6FDE29B1740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6" name="Google Shape;186;p7:notes">
            <a:extLst>
              <a:ext uri="{FF2B5EF4-FFF2-40B4-BE49-F238E27FC236}">
                <a16:creationId xmlns:a16="http://schemas.microsoft.com/office/drawing/2014/main" id="{16BC03EC-24DD-2A2E-3F06-7E875D34BFE3}"/>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23173787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4">
          <a:extLst>
            <a:ext uri="{FF2B5EF4-FFF2-40B4-BE49-F238E27FC236}">
              <a16:creationId xmlns:a16="http://schemas.microsoft.com/office/drawing/2014/main" id="{0D0FF4E9-C808-31E5-36AE-61C52A55462B}"/>
            </a:ext>
          </a:extLst>
        </p:cNvPr>
        <p:cNvGrpSpPr/>
        <p:nvPr/>
      </p:nvGrpSpPr>
      <p:grpSpPr>
        <a:xfrm>
          <a:off x="0" y="0"/>
          <a:ext cx="0" cy="0"/>
          <a:chOff x="0" y="0"/>
          <a:chExt cx="0" cy="0"/>
        </a:xfrm>
      </p:grpSpPr>
      <p:sp>
        <p:nvSpPr>
          <p:cNvPr id="185" name="Google Shape;185;p7:notes">
            <a:extLst>
              <a:ext uri="{FF2B5EF4-FFF2-40B4-BE49-F238E27FC236}">
                <a16:creationId xmlns:a16="http://schemas.microsoft.com/office/drawing/2014/main" id="{7CDCD695-627E-0FA1-7926-4664A9773C9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6" name="Google Shape;186;p7:notes">
            <a:extLst>
              <a:ext uri="{FF2B5EF4-FFF2-40B4-BE49-F238E27FC236}">
                <a16:creationId xmlns:a16="http://schemas.microsoft.com/office/drawing/2014/main" id="{62A7084B-9BF6-5287-2C0B-25C9B46E28E7}"/>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57212735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4">
          <a:extLst>
            <a:ext uri="{FF2B5EF4-FFF2-40B4-BE49-F238E27FC236}">
              <a16:creationId xmlns:a16="http://schemas.microsoft.com/office/drawing/2014/main" id="{1BBD698A-125A-0F38-CAC2-57859E6AEB67}"/>
            </a:ext>
          </a:extLst>
        </p:cNvPr>
        <p:cNvGrpSpPr/>
        <p:nvPr/>
      </p:nvGrpSpPr>
      <p:grpSpPr>
        <a:xfrm>
          <a:off x="0" y="0"/>
          <a:ext cx="0" cy="0"/>
          <a:chOff x="0" y="0"/>
          <a:chExt cx="0" cy="0"/>
        </a:xfrm>
      </p:grpSpPr>
      <p:sp>
        <p:nvSpPr>
          <p:cNvPr id="185" name="Google Shape;185;p7:notes">
            <a:extLst>
              <a:ext uri="{FF2B5EF4-FFF2-40B4-BE49-F238E27FC236}">
                <a16:creationId xmlns:a16="http://schemas.microsoft.com/office/drawing/2014/main" id="{4DCE9567-1275-3B4D-9072-2EE82C5E51D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6" name="Google Shape;186;p7:notes">
            <a:extLst>
              <a:ext uri="{FF2B5EF4-FFF2-40B4-BE49-F238E27FC236}">
                <a16:creationId xmlns:a16="http://schemas.microsoft.com/office/drawing/2014/main" id="{6E69023D-4F50-1779-94C0-4117A847205C}"/>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52006308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4">
          <a:extLst>
            <a:ext uri="{FF2B5EF4-FFF2-40B4-BE49-F238E27FC236}">
              <a16:creationId xmlns:a16="http://schemas.microsoft.com/office/drawing/2014/main" id="{0C7F34E7-61D8-906F-98D5-79BDB8F80FDB}"/>
            </a:ext>
          </a:extLst>
        </p:cNvPr>
        <p:cNvGrpSpPr/>
        <p:nvPr/>
      </p:nvGrpSpPr>
      <p:grpSpPr>
        <a:xfrm>
          <a:off x="0" y="0"/>
          <a:ext cx="0" cy="0"/>
          <a:chOff x="0" y="0"/>
          <a:chExt cx="0" cy="0"/>
        </a:xfrm>
      </p:grpSpPr>
      <p:sp>
        <p:nvSpPr>
          <p:cNvPr id="185" name="Google Shape;185;p7:notes">
            <a:extLst>
              <a:ext uri="{FF2B5EF4-FFF2-40B4-BE49-F238E27FC236}">
                <a16:creationId xmlns:a16="http://schemas.microsoft.com/office/drawing/2014/main" id="{83541067-907C-3E7C-7F0A-837501EDB2E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6" name="Google Shape;186;p7:notes">
            <a:extLst>
              <a:ext uri="{FF2B5EF4-FFF2-40B4-BE49-F238E27FC236}">
                <a16:creationId xmlns:a16="http://schemas.microsoft.com/office/drawing/2014/main" id="{72568569-8231-697D-0923-42077E242108}"/>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2816147783"/>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4">
          <a:extLst>
            <a:ext uri="{FF2B5EF4-FFF2-40B4-BE49-F238E27FC236}">
              <a16:creationId xmlns:a16="http://schemas.microsoft.com/office/drawing/2014/main" id="{E2B0473F-9D89-D2D2-8360-DF9F7F9ABB15}"/>
            </a:ext>
          </a:extLst>
        </p:cNvPr>
        <p:cNvGrpSpPr/>
        <p:nvPr/>
      </p:nvGrpSpPr>
      <p:grpSpPr>
        <a:xfrm>
          <a:off x="0" y="0"/>
          <a:ext cx="0" cy="0"/>
          <a:chOff x="0" y="0"/>
          <a:chExt cx="0" cy="0"/>
        </a:xfrm>
      </p:grpSpPr>
      <p:sp>
        <p:nvSpPr>
          <p:cNvPr id="185" name="Google Shape;185;p7:notes">
            <a:extLst>
              <a:ext uri="{FF2B5EF4-FFF2-40B4-BE49-F238E27FC236}">
                <a16:creationId xmlns:a16="http://schemas.microsoft.com/office/drawing/2014/main" id="{90FA57F0-F0FA-6FE1-1F42-1FAD316C40C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6" name="Google Shape;186;p7:notes">
            <a:extLst>
              <a:ext uri="{FF2B5EF4-FFF2-40B4-BE49-F238E27FC236}">
                <a16:creationId xmlns:a16="http://schemas.microsoft.com/office/drawing/2014/main" id="{C281FD06-90D2-09F9-565A-B24B437AF64C}"/>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86161173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4">
          <a:extLst>
            <a:ext uri="{FF2B5EF4-FFF2-40B4-BE49-F238E27FC236}">
              <a16:creationId xmlns:a16="http://schemas.microsoft.com/office/drawing/2014/main" id="{7645B68E-3C12-DA26-451E-04625BA53438}"/>
            </a:ext>
          </a:extLst>
        </p:cNvPr>
        <p:cNvGrpSpPr/>
        <p:nvPr/>
      </p:nvGrpSpPr>
      <p:grpSpPr>
        <a:xfrm>
          <a:off x="0" y="0"/>
          <a:ext cx="0" cy="0"/>
          <a:chOff x="0" y="0"/>
          <a:chExt cx="0" cy="0"/>
        </a:xfrm>
      </p:grpSpPr>
      <p:sp>
        <p:nvSpPr>
          <p:cNvPr id="185" name="Google Shape;185;p7:notes">
            <a:extLst>
              <a:ext uri="{FF2B5EF4-FFF2-40B4-BE49-F238E27FC236}">
                <a16:creationId xmlns:a16="http://schemas.microsoft.com/office/drawing/2014/main" id="{FD586A12-176E-FB86-F9ED-FE2B8DB8043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6" name="Google Shape;186;p7:notes">
            <a:extLst>
              <a:ext uri="{FF2B5EF4-FFF2-40B4-BE49-F238E27FC236}">
                <a16:creationId xmlns:a16="http://schemas.microsoft.com/office/drawing/2014/main" id="{5FE28A44-595C-9EC9-68BD-7EE6559C1705}"/>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76421034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4">
          <a:extLst>
            <a:ext uri="{FF2B5EF4-FFF2-40B4-BE49-F238E27FC236}">
              <a16:creationId xmlns:a16="http://schemas.microsoft.com/office/drawing/2014/main" id="{B4F6DEAA-1F9F-0EDD-DDB9-B8E9EA6BA095}"/>
            </a:ext>
          </a:extLst>
        </p:cNvPr>
        <p:cNvGrpSpPr/>
        <p:nvPr/>
      </p:nvGrpSpPr>
      <p:grpSpPr>
        <a:xfrm>
          <a:off x="0" y="0"/>
          <a:ext cx="0" cy="0"/>
          <a:chOff x="0" y="0"/>
          <a:chExt cx="0" cy="0"/>
        </a:xfrm>
      </p:grpSpPr>
      <p:sp>
        <p:nvSpPr>
          <p:cNvPr id="185" name="Google Shape;185;p7:notes">
            <a:extLst>
              <a:ext uri="{FF2B5EF4-FFF2-40B4-BE49-F238E27FC236}">
                <a16:creationId xmlns:a16="http://schemas.microsoft.com/office/drawing/2014/main" id="{282B398E-F771-6DAA-A77C-7A6039296D7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6" name="Google Shape;186;p7:notes">
            <a:extLst>
              <a:ext uri="{FF2B5EF4-FFF2-40B4-BE49-F238E27FC236}">
                <a16:creationId xmlns:a16="http://schemas.microsoft.com/office/drawing/2014/main" id="{2DA6A994-6F38-282E-C0A0-4A838F02F696}"/>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232008129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4">
          <a:extLst>
            <a:ext uri="{FF2B5EF4-FFF2-40B4-BE49-F238E27FC236}">
              <a16:creationId xmlns:a16="http://schemas.microsoft.com/office/drawing/2014/main" id="{83E42EEF-2238-2A6A-32F6-ACD05D443907}"/>
            </a:ext>
          </a:extLst>
        </p:cNvPr>
        <p:cNvGrpSpPr/>
        <p:nvPr/>
      </p:nvGrpSpPr>
      <p:grpSpPr>
        <a:xfrm>
          <a:off x="0" y="0"/>
          <a:ext cx="0" cy="0"/>
          <a:chOff x="0" y="0"/>
          <a:chExt cx="0" cy="0"/>
        </a:xfrm>
      </p:grpSpPr>
      <p:sp>
        <p:nvSpPr>
          <p:cNvPr id="185" name="Google Shape;185;p7:notes">
            <a:extLst>
              <a:ext uri="{FF2B5EF4-FFF2-40B4-BE49-F238E27FC236}">
                <a16:creationId xmlns:a16="http://schemas.microsoft.com/office/drawing/2014/main" id="{F44B5C24-85BB-DC3A-4C52-D86A0616748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6" name="Google Shape;186;p7:notes">
            <a:extLst>
              <a:ext uri="{FF2B5EF4-FFF2-40B4-BE49-F238E27FC236}">
                <a16:creationId xmlns:a16="http://schemas.microsoft.com/office/drawing/2014/main" id="{5F8CB5A3-26D0-108A-4E96-17CE0AA5200C}"/>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60230691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4">
          <a:extLst>
            <a:ext uri="{FF2B5EF4-FFF2-40B4-BE49-F238E27FC236}">
              <a16:creationId xmlns:a16="http://schemas.microsoft.com/office/drawing/2014/main" id="{0C6A391D-E888-4EC9-9944-6E9B1A279B2A}"/>
            </a:ext>
          </a:extLst>
        </p:cNvPr>
        <p:cNvGrpSpPr/>
        <p:nvPr/>
      </p:nvGrpSpPr>
      <p:grpSpPr>
        <a:xfrm>
          <a:off x="0" y="0"/>
          <a:ext cx="0" cy="0"/>
          <a:chOff x="0" y="0"/>
          <a:chExt cx="0" cy="0"/>
        </a:xfrm>
      </p:grpSpPr>
      <p:sp>
        <p:nvSpPr>
          <p:cNvPr id="185" name="Google Shape;185;p7:notes">
            <a:extLst>
              <a:ext uri="{FF2B5EF4-FFF2-40B4-BE49-F238E27FC236}">
                <a16:creationId xmlns:a16="http://schemas.microsoft.com/office/drawing/2014/main" id="{9C3337DA-447A-CE03-15BF-72EFE7C3254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6" name="Google Shape;186;p7:notes">
            <a:extLst>
              <a:ext uri="{FF2B5EF4-FFF2-40B4-BE49-F238E27FC236}">
                <a16:creationId xmlns:a16="http://schemas.microsoft.com/office/drawing/2014/main" id="{D560A0E4-29F0-E4EE-3346-3575DECB5612}"/>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327228713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4">
          <a:extLst>
            <a:ext uri="{FF2B5EF4-FFF2-40B4-BE49-F238E27FC236}">
              <a16:creationId xmlns:a16="http://schemas.microsoft.com/office/drawing/2014/main" id="{300546BD-351A-315A-41C6-A79C65316F9F}"/>
            </a:ext>
          </a:extLst>
        </p:cNvPr>
        <p:cNvGrpSpPr/>
        <p:nvPr/>
      </p:nvGrpSpPr>
      <p:grpSpPr>
        <a:xfrm>
          <a:off x="0" y="0"/>
          <a:ext cx="0" cy="0"/>
          <a:chOff x="0" y="0"/>
          <a:chExt cx="0" cy="0"/>
        </a:xfrm>
      </p:grpSpPr>
      <p:sp>
        <p:nvSpPr>
          <p:cNvPr id="185" name="Google Shape;185;p7:notes">
            <a:extLst>
              <a:ext uri="{FF2B5EF4-FFF2-40B4-BE49-F238E27FC236}">
                <a16:creationId xmlns:a16="http://schemas.microsoft.com/office/drawing/2014/main" id="{A99C8879-C341-2A15-1C40-5E73727662D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6" name="Google Shape;186;p7:notes">
            <a:extLst>
              <a:ext uri="{FF2B5EF4-FFF2-40B4-BE49-F238E27FC236}">
                <a16:creationId xmlns:a16="http://schemas.microsoft.com/office/drawing/2014/main" id="{CC448E87-B441-2293-2F66-CF3ED1390F6D}"/>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2746425315"/>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4">
          <a:extLst>
            <a:ext uri="{FF2B5EF4-FFF2-40B4-BE49-F238E27FC236}">
              <a16:creationId xmlns:a16="http://schemas.microsoft.com/office/drawing/2014/main" id="{D612E64B-9B16-0FCE-D259-090D4C603185}"/>
            </a:ext>
          </a:extLst>
        </p:cNvPr>
        <p:cNvGrpSpPr/>
        <p:nvPr/>
      </p:nvGrpSpPr>
      <p:grpSpPr>
        <a:xfrm>
          <a:off x="0" y="0"/>
          <a:ext cx="0" cy="0"/>
          <a:chOff x="0" y="0"/>
          <a:chExt cx="0" cy="0"/>
        </a:xfrm>
      </p:grpSpPr>
      <p:sp>
        <p:nvSpPr>
          <p:cNvPr id="185" name="Google Shape;185;p7:notes">
            <a:extLst>
              <a:ext uri="{FF2B5EF4-FFF2-40B4-BE49-F238E27FC236}">
                <a16:creationId xmlns:a16="http://schemas.microsoft.com/office/drawing/2014/main" id="{178C1A23-0DD6-697F-D97D-DFD9E7D5CF4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6" name="Google Shape;186;p7:notes">
            <a:extLst>
              <a:ext uri="{FF2B5EF4-FFF2-40B4-BE49-F238E27FC236}">
                <a16:creationId xmlns:a16="http://schemas.microsoft.com/office/drawing/2014/main" id="{F44832D2-C050-11A8-88CF-9B4DA70A0E68}"/>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747814890"/>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4">
          <a:extLst>
            <a:ext uri="{FF2B5EF4-FFF2-40B4-BE49-F238E27FC236}">
              <a16:creationId xmlns:a16="http://schemas.microsoft.com/office/drawing/2014/main" id="{8E778F29-A810-1218-2CD5-5665A550A6C0}"/>
            </a:ext>
          </a:extLst>
        </p:cNvPr>
        <p:cNvGrpSpPr/>
        <p:nvPr/>
      </p:nvGrpSpPr>
      <p:grpSpPr>
        <a:xfrm>
          <a:off x="0" y="0"/>
          <a:ext cx="0" cy="0"/>
          <a:chOff x="0" y="0"/>
          <a:chExt cx="0" cy="0"/>
        </a:xfrm>
      </p:grpSpPr>
      <p:sp>
        <p:nvSpPr>
          <p:cNvPr id="185" name="Google Shape;185;p7:notes">
            <a:extLst>
              <a:ext uri="{FF2B5EF4-FFF2-40B4-BE49-F238E27FC236}">
                <a16:creationId xmlns:a16="http://schemas.microsoft.com/office/drawing/2014/main" id="{E5F8F381-2F76-CE90-ABCF-F6BBBE6D95D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6" name="Google Shape;186;p7:notes">
            <a:extLst>
              <a:ext uri="{FF2B5EF4-FFF2-40B4-BE49-F238E27FC236}">
                <a16:creationId xmlns:a16="http://schemas.microsoft.com/office/drawing/2014/main" id="{24B34A52-7D57-13C0-8EDA-BCF0E127E5FB}"/>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268561902"/>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4">
          <a:extLst>
            <a:ext uri="{FF2B5EF4-FFF2-40B4-BE49-F238E27FC236}">
              <a16:creationId xmlns:a16="http://schemas.microsoft.com/office/drawing/2014/main" id="{C5792405-6B33-3B19-577D-3E1DD4014F7A}"/>
            </a:ext>
          </a:extLst>
        </p:cNvPr>
        <p:cNvGrpSpPr/>
        <p:nvPr/>
      </p:nvGrpSpPr>
      <p:grpSpPr>
        <a:xfrm>
          <a:off x="0" y="0"/>
          <a:ext cx="0" cy="0"/>
          <a:chOff x="0" y="0"/>
          <a:chExt cx="0" cy="0"/>
        </a:xfrm>
      </p:grpSpPr>
      <p:sp>
        <p:nvSpPr>
          <p:cNvPr id="185" name="Google Shape;185;p7:notes">
            <a:extLst>
              <a:ext uri="{FF2B5EF4-FFF2-40B4-BE49-F238E27FC236}">
                <a16:creationId xmlns:a16="http://schemas.microsoft.com/office/drawing/2014/main" id="{18D43D4D-4799-8584-9EC1-0C6CB07E3B7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6" name="Google Shape;186;p7:notes">
            <a:extLst>
              <a:ext uri="{FF2B5EF4-FFF2-40B4-BE49-F238E27FC236}">
                <a16:creationId xmlns:a16="http://schemas.microsoft.com/office/drawing/2014/main" id="{54D73330-451B-429A-F671-186ACFD7C4E0}"/>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533663484"/>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4">
          <a:extLst>
            <a:ext uri="{FF2B5EF4-FFF2-40B4-BE49-F238E27FC236}">
              <a16:creationId xmlns:a16="http://schemas.microsoft.com/office/drawing/2014/main" id="{FE53B766-6AD7-ED88-A232-A626406D6111}"/>
            </a:ext>
          </a:extLst>
        </p:cNvPr>
        <p:cNvGrpSpPr/>
        <p:nvPr/>
      </p:nvGrpSpPr>
      <p:grpSpPr>
        <a:xfrm>
          <a:off x="0" y="0"/>
          <a:ext cx="0" cy="0"/>
          <a:chOff x="0" y="0"/>
          <a:chExt cx="0" cy="0"/>
        </a:xfrm>
      </p:grpSpPr>
      <p:sp>
        <p:nvSpPr>
          <p:cNvPr id="185" name="Google Shape;185;p7:notes">
            <a:extLst>
              <a:ext uri="{FF2B5EF4-FFF2-40B4-BE49-F238E27FC236}">
                <a16:creationId xmlns:a16="http://schemas.microsoft.com/office/drawing/2014/main" id="{1396AA9D-E07E-40A3-B358-381B946395F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6" name="Google Shape;186;p7:notes">
            <a:extLst>
              <a:ext uri="{FF2B5EF4-FFF2-40B4-BE49-F238E27FC236}">
                <a16:creationId xmlns:a16="http://schemas.microsoft.com/office/drawing/2014/main" id="{260B05D1-258B-E237-934E-58741938EE3B}"/>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07494932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4">
          <a:extLst>
            <a:ext uri="{FF2B5EF4-FFF2-40B4-BE49-F238E27FC236}">
              <a16:creationId xmlns:a16="http://schemas.microsoft.com/office/drawing/2014/main" id="{69238B51-5C21-821C-A4E6-883F388C1303}"/>
            </a:ext>
          </a:extLst>
        </p:cNvPr>
        <p:cNvGrpSpPr/>
        <p:nvPr/>
      </p:nvGrpSpPr>
      <p:grpSpPr>
        <a:xfrm>
          <a:off x="0" y="0"/>
          <a:ext cx="0" cy="0"/>
          <a:chOff x="0" y="0"/>
          <a:chExt cx="0" cy="0"/>
        </a:xfrm>
      </p:grpSpPr>
      <p:sp>
        <p:nvSpPr>
          <p:cNvPr id="185" name="Google Shape;185;p7:notes">
            <a:extLst>
              <a:ext uri="{FF2B5EF4-FFF2-40B4-BE49-F238E27FC236}">
                <a16:creationId xmlns:a16="http://schemas.microsoft.com/office/drawing/2014/main" id="{CFF093A9-7B85-246B-3EA0-F6925BFB972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6" name="Google Shape;186;p7:notes">
            <a:extLst>
              <a:ext uri="{FF2B5EF4-FFF2-40B4-BE49-F238E27FC236}">
                <a16:creationId xmlns:a16="http://schemas.microsoft.com/office/drawing/2014/main" id="{7587EF50-AF5C-BF27-2133-25137F46A3D9}"/>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612590504"/>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4">
          <a:extLst>
            <a:ext uri="{FF2B5EF4-FFF2-40B4-BE49-F238E27FC236}">
              <a16:creationId xmlns:a16="http://schemas.microsoft.com/office/drawing/2014/main" id="{602F28B7-5585-7C32-5EA0-EEE90FD6BB77}"/>
            </a:ext>
          </a:extLst>
        </p:cNvPr>
        <p:cNvGrpSpPr/>
        <p:nvPr/>
      </p:nvGrpSpPr>
      <p:grpSpPr>
        <a:xfrm>
          <a:off x="0" y="0"/>
          <a:ext cx="0" cy="0"/>
          <a:chOff x="0" y="0"/>
          <a:chExt cx="0" cy="0"/>
        </a:xfrm>
      </p:grpSpPr>
      <p:sp>
        <p:nvSpPr>
          <p:cNvPr id="185" name="Google Shape;185;p7:notes">
            <a:extLst>
              <a:ext uri="{FF2B5EF4-FFF2-40B4-BE49-F238E27FC236}">
                <a16:creationId xmlns:a16="http://schemas.microsoft.com/office/drawing/2014/main" id="{B0D57C0E-BCBB-321D-84AD-21BF4D863A7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6" name="Google Shape;186;p7:notes">
            <a:extLst>
              <a:ext uri="{FF2B5EF4-FFF2-40B4-BE49-F238E27FC236}">
                <a16:creationId xmlns:a16="http://schemas.microsoft.com/office/drawing/2014/main" id="{0DF2B3DB-DB61-5586-F79F-6F1FF47DB21C}"/>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3022036892"/>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4">
          <a:extLst>
            <a:ext uri="{FF2B5EF4-FFF2-40B4-BE49-F238E27FC236}">
              <a16:creationId xmlns:a16="http://schemas.microsoft.com/office/drawing/2014/main" id="{70A94EF6-68E0-296F-6302-68C505BA4333}"/>
            </a:ext>
          </a:extLst>
        </p:cNvPr>
        <p:cNvGrpSpPr/>
        <p:nvPr/>
      </p:nvGrpSpPr>
      <p:grpSpPr>
        <a:xfrm>
          <a:off x="0" y="0"/>
          <a:ext cx="0" cy="0"/>
          <a:chOff x="0" y="0"/>
          <a:chExt cx="0" cy="0"/>
        </a:xfrm>
      </p:grpSpPr>
      <p:sp>
        <p:nvSpPr>
          <p:cNvPr id="185" name="Google Shape;185;p7:notes">
            <a:extLst>
              <a:ext uri="{FF2B5EF4-FFF2-40B4-BE49-F238E27FC236}">
                <a16:creationId xmlns:a16="http://schemas.microsoft.com/office/drawing/2014/main" id="{6E212AD2-C6EE-ABED-8069-49FDC9031DB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6" name="Google Shape;186;p7:notes">
            <a:extLst>
              <a:ext uri="{FF2B5EF4-FFF2-40B4-BE49-F238E27FC236}">
                <a16:creationId xmlns:a16="http://schemas.microsoft.com/office/drawing/2014/main" id="{0E11D55A-162C-7F98-62D8-421C5CA6BA08}"/>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995995623"/>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1"/>
        <p:cNvGrpSpPr/>
        <p:nvPr/>
      </p:nvGrpSpPr>
      <p:grpSpPr>
        <a:xfrm>
          <a:off x="0" y="0"/>
          <a:ext cx="0" cy="0"/>
          <a:chOff x="0" y="0"/>
          <a:chExt cx="0" cy="0"/>
        </a:xfrm>
      </p:grpSpPr>
      <p:sp>
        <p:nvSpPr>
          <p:cNvPr id="192" name="Google Shape;192;p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93" name="Google Shape;193;p8: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6"/>
        <p:cNvGrpSpPr/>
        <p:nvPr/>
      </p:nvGrpSpPr>
      <p:grpSpPr>
        <a:xfrm>
          <a:off x="0" y="0"/>
          <a:ext cx="0" cy="0"/>
          <a:chOff x="0" y="0"/>
          <a:chExt cx="0" cy="0"/>
        </a:xfrm>
      </p:grpSpPr>
      <p:sp>
        <p:nvSpPr>
          <p:cNvPr id="197" name="Google Shape;197;p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8" name="Google Shape;198;p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1"/>
        <p:cNvGrpSpPr/>
        <p:nvPr/>
      </p:nvGrpSpPr>
      <p:grpSpPr>
        <a:xfrm>
          <a:off x="0" y="0"/>
          <a:ext cx="0" cy="0"/>
          <a:chOff x="0" y="0"/>
          <a:chExt cx="0" cy="0"/>
        </a:xfrm>
      </p:grpSpPr>
      <p:sp>
        <p:nvSpPr>
          <p:cNvPr id="202" name="Google Shape;202;p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03" name="Google Shape;203;p1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6"/>
        <p:cNvGrpSpPr/>
        <p:nvPr/>
      </p:nvGrpSpPr>
      <p:grpSpPr>
        <a:xfrm>
          <a:off x="0" y="0"/>
          <a:ext cx="0" cy="0"/>
          <a:chOff x="0" y="0"/>
          <a:chExt cx="0" cy="0"/>
        </a:xfrm>
      </p:grpSpPr>
      <p:sp>
        <p:nvSpPr>
          <p:cNvPr id="207" name="Google Shape;207;p1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08" name="Google Shape;208;p1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3"/>
        <p:cNvGrpSpPr/>
        <p:nvPr/>
      </p:nvGrpSpPr>
      <p:grpSpPr>
        <a:xfrm>
          <a:off x="0" y="0"/>
          <a:ext cx="0" cy="0"/>
          <a:chOff x="0" y="0"/>
          <a:chExt cx="0" cy="0"/>
        </a:xfrm>
      </p:grpSpPr>
      <p:sp>
        <p:nvSpPr>
          <p:cNvPr id="214" name="Google Shape;214;p1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15" name="Google Shape;215;p1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8"/>
        <p:cNvGrpSpPr/>
        <p:nvPr/>
      </p:nvGrpSpPr>
      <p:grpSpPr>
        <a:xfrm>
          <a:off x="0" y="0"/>
          <a:ext cx="0" cy="0"/>
          <a:chOff x="0" y="0"/>
          <a:chExt cx="0" cy="0"/>
        </a:xfrm>
      </p:grpSpPr>
      <p:sp>
        <p:nvSpPr>
          <p:cNvPr id="219" name="Google Shape;219;p1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20" name="Google Shape;220;p1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3"/>
        <p:cNvGrpSpPr/>
        <p:nvPr/>
      </p:nvGrpSpPr>
      <p:grpSpPr>
        <a:xfrm>
          <a:off x="0" y="0"/>
          <a:ext cx="0" cy="0"/>
          <a:chOff x="0" y="0"/>
          <a:chExt cx="0" cy="0"/>
        </a:xfrm>
      </p:grpSpPr>
      <p:sp>
        <p:nvSpPr>
          <p:cNvPr id="224" name="Google Shape;224;p1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25" name="Google Shape;225;p1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8"/>
        <p:cNvGrpSpPr/>
        <p:nvPr/>
      </p:nvGrpSpPr>
      <p:grpSpPr>
        <a:xfrm>
          <a:off x="0" y="0"/>
          <a:ext cx="0" cy="0"/>
          <a:chOff x="0" y="0"/>
          <a:chExt cx="0" cy="0"/>
        </a:xfrm>
      </p:grpSpPr>
      <p:sp>
        <p:nvSpPr>
          <p:cNvPr id="229" name="Google Shape;229;p1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30" name="Google Shape;230;p1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5"/>
        <p:cNvGrpSpPr/>
        <p:nvPr/>
      </p:nvGrpSpPr>
      <p:grpSpPr>
        <a:xfrm>
          <a:off x="0" y="0"/>
          <a:ext cx="0" cy="0"/>
          <a:chOff x="0" y="0"/>
          <a:chExt cx="0" cy="0"/>
        </a:xfrm>
      </p:grpSpPr>
      <p:sp>
        <p:nvSpPr>
          <p:cNvPr id="236" name="Google Shape;236;p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37" name="Google Shape;237;p2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2"/>
        <p:cNvGrpSpPr/>
        <p:nvPr/>
      </p:nvGrpSpPr>
      <p:grpSpPr>
        <a:xfrm>
          <a:off x="0" y="0"/>
          <a:ext cx="0" cy="0"/>
          <a:chOff x="0" y="0"/>
          <a:chExt cx="0" cy="0"/>
        </a:xfrm>
      </p:grpSpPr>
      <p:sp>
        <p:nvSpPr>
          <p:cNvPr id="243" name="Google Shape;243;g385ad5efec9_0_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44" name="Google Shape;244;g385ad5efec9_0_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9"/>
        <p:cNvGrpSpPr/>
        <p:nvPr/>
      </p:nvGrpSpPr>
      <p:grpSpPr>
        <a:xfrm>
          <a:off x="0" y="0"/>
          <a:ext cx="0" cy="0"/>
          <a:chOff x="0" y="0"/>
          <a:chExt cx="0" cy="0"/>
        </a:xfrm>
      </p:grpSpPr>
      <p:sp>
        <p:nvSpPr>
          <p:cNvPr id="250" name="Google Shape;250;p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51" name="Google Shape;251;p2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6"/>
        <p:cNvGrpSpPr/>
        <p:nvPr/>
      </p:nvGrpSpPr>
      <p:grpSpPr>
        <a:xfrm>
          <a:off x="0" y="0"/>
          <a:ext cx="0" cy="0"/>
          <a:chOff x="0" y="0"/>
          <a:chExt cx="0" cy="0"/>
        </a:xfrm>
      </p:grpSpPr>
      <p:sp>
        <p:nvSpPr>
          <p:cNvPr id="257" name="Google Shape;257;p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58" name="Google Shape;258;p2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2"/>
        <p:cNvGrpSpPr/>
        <p:nvPr/>
      </p:nvGrpSpPr>
      <p:grpSpPr>
        <a:xfrm>
          <a:off x="0" y="0"/>
          <a:ext cx="0" cy="0"/>
          <a:chOff x="0" y="0"/>
          <a:chExt cx="0" cy="0"/>
        </a:xfrm>
      </p:grpSpPr>
      <p:sp>
        <p:nvSpPr>
          <p:cNvPr id="263" name="Google Shape;263;p2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64" name="Google Shape;264;p2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7"/>
        <p:cNvGrpSpPr/>
        <p:nvPr/>
      </p:nvGrpSpPr>
      <p:grpSpPr>
        <a:xfrm>
          <a:off x="0" y="0"/>
          <a:ext cx="0" cy="0"/>
          <a:chOff x="0" y="0"/>
          <a:chExt cx="0" cy="0"/>
        </a:xfrm>
      </p:grpSpPr>
      <p:sp>
        <p:nvSpPr>
          <p:cNvPr id="268" name="Google Shape;268;p2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69" name="Google Shape;269;p2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3"/>
        <p:cNvGrpSpPr/>
        <p:nvPr/>
      </p:nvGrpSpPr>
      <p:grpSpPr>
        <a:xfrm>
          <a:off x="0" y="0"/>
          <a:ext cx="0" cy="0"/>
          <a:chOff x="0" y="0"/>
          <a:chExt cx="0" cy="0"/>
        </a:xfrm>
      </p:grpSpPr>
      <p:sp>
        <p:nvSpPr>
          <p:cNvPr id="274" name="Google Shape;274;p27: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275" name="Google Shape;275;p2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76" name="Google Shape;276;p27: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a:solidFill>
                  <a:schemeClr val="dk1"/>
                </a:solidFill>
                <a:latin typeface="Calibri"/>
                <a:ea typeface="Calibri"/>
                <a:cs typeface="Calibri"/>
                <a:sym typeface="Calibri"/>
              </a:rPr>
              <a:t>47</a:t>
            </a:fld>
            <a:endParaRPr sz="1200" b="0" i="0" u="none" strike="noStrike" cap="none">
              <a:solidFill>
                <a:schemeClr val="dk1"/>
              </a:solidFill>
              <a:latin typeface="Calibri"/>
              <a:ea typeface="Calibri"/>
              <a:cs typeface="Calibri"/>
              <a:sym typeface="Calibri"/>
            </a:endParaRPr>
          </a:p>
        </p:txBody>
      </p:sp>
      <p:sp>
        <p:nvSpPr>
          <p:cNvPr id="277" name="Google Shape;277;p27:notes"/>
          <p:cNvSpPr txBox="1">
            <a:spLocks noGrp="1"/>
          </p:cNvSpPr>
          <p:nvPr>
            <p:ph type="ftr" idx="11"/>
          </p:nvPr>
        </p:nvSpPr>
        <p:spPr>
          <a:xfrm>
            <a:off x="0" y="8685213"/>
            <a:ext cx="2971800" cy="458700"/>
          </a:xfrm>
          <a:prstGeom prst="rect">
            <a:avLst/>
          </a:prstGeom>
          <a:noFill/>
          <a:ln>
            <a:noFill/>
          </a:ln>
        </p:spPr>
        <p:txBody>
          <a:bodyPr spcFirstLastPara="1" wrap="square" lIns="91425" tIns="45700" rIns="91425" bIns="45700" anchor="b" anchorCtr="0">
            <a:noAutofit/>
          </a:bodyPr>
          <a:lstStyle/>
          <a:p>
            <a:pPr marL="0" marR="0" lvl="0" indent="0" algn="l" rtl="0">
              <a:lnSpc>
                <a:spcPct val="100000"/>
              </a:lnSpc>
              <a:spcBef>
                <a:spcPts val="0"/>
              </a:spcBef>
              <a:spcAft>
                <a:spcPts val="0"/>
              </a:spcAft>
              <a:buClr>
                <a:srgbClr val="000000"/>
              </a:buClr>
              <a:buSzPts val="1400"/>
              <a:buFont typeface="Arial"/>
              <a:buNone/>
            </a:pPr>
            <a:r>
              <a:rPr lang="en-US" sz="1400" b="0" i="0" u="none" strike="noStrike" cap="none">
                <a:solidFill>
                  <a:srgbClr val="000000"/>
                </a:solidFill>
                <a:latin typeface="Arial"/>
                <a:ea typeface="Arial"/>
                <a:cs typeface="Arial"/>
                <a:sym typeface="Arial"/>
              </a:rPr>
              <a:t>| Proprietary content. ©Great Learning. All Rights Reserved. Unauthorized use or distribution prohibited</a:t>
            </a:r>
            <a:endParaRPr sz="1400" b="0" i="0" u="none" strike="noStrike" cap="none">
              <a:solidFill>
                <a:srgbClr val="000000"/>
              </a:solidFill>
              <a:latin typeface="Arial"/>
              <a:ea typeface="Arial"/>
              <a:cs typeface="Arial"/>
              <a:sym typeface="Arial"/>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2.png"/><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4"/>
        <p:cNvGrpSpPr/>
        <p:nvPr/>
      </p:nvGrpSpPr>
      <p:grpSpPr>
        <a:xfrm>
          <a:off x="0" y="0"/>
          <a:ext cx="0" cy="0"/>
          <a:chOff x="0" y="0"/>
          <a:chExt cx="0" cy="0"/>
        </a:xfrm>
      </p:grpSpPr>
      <p:sp>
        <p:nvSpPr>
          <p:cNvPr id="15" name="Google Shape;15;p2"/>
          <p:cNvSpPr txBox="1">
            <a:spLocks noGrp="1"/>
          </p:cNvSpPr>
          <p:nvPr>
            <p:ph type="ctrTitle"/>
          </p:nvPr>
        </p:nvSpPr>
        <p:spPr>
          <a:xfrm>
            <a:off x="2210208" y="744575"/>
            <a:ext cx="6622200" cy="2052600"/>
          </a:xfrm>
          <a:prstGeom prst="rect">
            <a:avLst/>
          </a:prstGeom>
          <a:noFill/>
          <a:ln>
            <a:noFill/>
          </a:ln>
        </p:spPr>
        <p:txBody>
          <a:bodyPr spcFirstLastPara="1" wrap="square" lIns="91425" tIns="91425" rIns="91425" bIns="91425" anchor="b" anchorCtr="0">
            <a:noAutofit/>
          </a:bodyPr>
          <a:lstStyle>
            <a:lvl1pPr lvl="0"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1pPr>
            <a:lvl2pPr lvl="1"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2pPr>
            <a:lvl3pPr lvl="2"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3pPr>
            <a:lvl4pPr lvl="3"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4pPr>
            <a:lvl5pPr lvl="4"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5pPr>
            <a:lvl6pPr lvl="5"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6pPr>
            <a:lvl7pPr lvl="6"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7pPr>
            <a:lvl8pPr lvl="7"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8pPr>
            <a:lvl9pPr lvl="8"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9pPr>
          </a:lstStyle>
          <a:p>
            <a:endParaRPr/>
          </a:p>
        </p:txBody>
      </p:sp>
      <p:sp>
        <p:nvSpPr>
          <p:cNvPr id="16" name="Google Shape;16;p2"/>
          <p:cNvSpPr txBox="1">
            <a:spLocks noGrp="1"/>
          </p:cNvSpPr>
          <p:nvPr>
            <p:ph type="subTitle" idx="1"/>
          </p:nvPr>
        </p:nvSpPr>
        <p:spPr>
          <a:xfrm>
            <a:off x="2210202" y="2834125"/>
            <a:ext cx="6622200" cy="7926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1pPr>
            <a:lvl2pPr lvl="1" algn="l">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2pPr>
            <a:lvl3pPr lvl="2" algn="l">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3pPr>
            <a:lvl4pPr lvl="3" algn="l">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4pPr>
            <a:lvl5pPr lvl="4" algn="l">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5pPr>
            <a:lvl6pPr lvl="5" algn="l">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6pPr>
            <a:lvl7pPr lvl="6" algn="l">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7pPr>
            <a:lvl8pPr lvl="7" algn="l">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8pPr>
            <a:lvl9pPr lvl="8" algn="l">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9p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7"/>
        <p:cNvGrpSpPr/>
        <p:nvPr/>
      </p:nvGrpSpPr>
      <p:grpSpPr>
        <a:xfrm>
          <a:off x="0" y="0"/>
          <a:ext cx="0" cy="0"/>
          <a:chOff x="0" y="0"/>
          <a:chExt cx="0" cy="0"/>
        </a:xfrm>
      </p:grpSpPr>
      <p:sp>
        <p:nvSpPr>
          <p:cNvPr id="18" name="Google Shape;18;p3"/>
          <p:cNvSpPr txBox="1">
            <a:spLocks noGrp="1"/>
          </p:cNvSpPr>
          <p:nvPr>
            <p:ph type="title"/>
          </p:nvPr>
        </p:nvSpPr>
        <p:spPr>
          <a:xfrm>
            <a:off x="202550" y="289279"/>
            <a:ext cx="8520600" cy="5727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2200"/>
              <a:buNone/>
              <a:defRPr/>
            </a:lvl1pPr>
            <a:lvl2pPr lvl="1" algn="l">
              <a:lnSpc>
                <a:spcPct val="100000"/>
              </a:lnSpc>
              <a:spcBef>
                <a:spcPts val="0"/>
              </a:spcBef>
              <a:spcAft>
                <a:spcPts val="0"/>
              </a:spcAft>
              <a:buSzPts val="2500"/>
              <a:buNone/>
              <a:defRPr/>
            </a:lvl2pPr>
            <a:lvl3pPr lvl="2" algn="l">
              <a:lnSpc>
                <a:spcPct val="100000"/>
              </a:lnSpc>
              <a:spcBef>
                <a:spcPts val="0"/>
              </a:spcBef>
              <a:spcAft>
                <a:spcPts val="0"/>
              </a:spcAft>
              <a:buSzPts val="2500"/>
              <a:buNone/>
              <a:defRPr/>
            </a:lvl3pPr>
            <a:lvl4pPr lvl="3" algn="l">
              <a:lnSpc>
                <a:spcPct val="100000"/>
              </a:lnSpc>
              <a:spcBef>
                <a:spcPts val="0"/>
              </a:spcBef>
              <a:spcAft>
                <a:spcPts val="0"/>
              </a:spcAft>
              <a:buSzPts val="2500"/>
              <a:buNone/>
              <a:defRPr/>
            </a:lvl4pPr>
            <a:lvl5pPr lvl="4" algn="l">
              <a:lnSpc>
                <a:spcPct val="100000"/>
              </a:lnSpc>
              <a:spcBef>
                <a:spcPts val="0"/>
              </a:spcBef>
              <a:spcAft>
                <a:spcPts val="0"/>
              </a:spcAft>
              <a:buSzPts val="2500"/>
              <a:buNone/>
              <a:defRPr/>
            </a:lvl5pPr>
            <a:lvl6pPr lvl="5" algn="l">
              <a:lnSpc>
                <a:spcPct val="100000"/>
              </a:lnSpc>
              <a:spcBef>
                <a:spcPts val="0"/>
              </a:spcBef>
              <a:spcAft>
                <a:spcPts val="0"/>
              </a:spcAft>
              <a:buSzPts val="2500"/>
              <a:buNone/>
              <a:defRPr/>
            </a:lvl6pPr>
            <a:lvl7pPr lvl="6" algn="l">
              <a:lnSpc>
                <a:spcPct val="100000"/>
              </a:lnSpc>
              <a:spcBef>
                <a:spcPts val="0"/>
              </a:spcBef>
              <a:spcAft>
                <a:spcPts val="0"/>
              </a:spcAft>
              <a:buSzPts val="2500"/>
              <a:buNone/>
              <a:defRPr/>
            </a:lvl7pPr>
            <a:lvl8pPr lvl="7" algn="l">
              <a:lnSpc>
                <a:spcPct val="100000"/>
              </a:lnSpc>
              <a:spcBef>
                <a:spcPts val="0"/>
              </a:spcBef>
              <a:spcAft>
                <a:spcPts val="0"/>
              </a:spcAft>
              <a:buSzPts val="2500"/>
              <a:buNone/>
              <a:defRPr/>
            </a:lvl8pPr>
            <a:lvl9pPr lvl="8" algn="l">
              <a:lnSpc>
                <a:spcPct val="100000"/>
              </a:lnSpc>
              <a:spcBef>
                <a:spcPts val="0"/>
              </a:spcBef>
              <a:spcAft>
                <a:spcPts val="0"/>
              </a:spcAft>
              <a:buSzPts val="2500"/>
              <a:buNone/>
              <a:defRPr/>
            </a:lvl9pPr>
          </a:lstStyle>
          <a:p>
            <a:endParaRPr/>
          </a:p>
        </p:txBody>
      </p:sp>
      <p:sp>
        <p:nvSpPr>
          <p:cNvPr id="19" name="Google Shape;19;p3"/>
          <p:cNvSpPr txBox="1">
            <a:spLocks noGrp="1"/>
          </p:cNvSpPr>
          <p:nvPr>
            <p:ph type="body" idx="1"/>
          </p:nvPr>
        </p:nvSpPr>
        <p:spPr>
          <a:xfrm>
            <a:off x="202550" y="861975"/>
            <a:ext cx="8629800" cy="3706800"/>
          </a:xfrm>
          <a:prstGeom prst="rect">
            <a:avLst/>
          </a:prstGeom>
          <a:noFill/>
          <a:ln>
            <a:noFill/>
          </a:ln>
        </p:spPr>
        <p:txBody>
          <a:bodyPr spcFirstLastPara="1" wrap="square" lIns="91425" tIns="91425" rIns="91425" bIns="91425" anchor="t" anchorCtr="0">
            <a:noAutofit/>
          </a:bodyPr>
          <a:lstStyle>
            <a:lvl1pPr marL="457200" lvl="0" indent="-323850" algn="l">
              <a:lnSpc>
                <a:spcPct val="115000"/>
              </a:lnSpc>
              <a:spcBef>
                <a:spcPts val="0"/>
              </a:spcBef>
              <a:spcAft>
                <a:spcPts val="0"/>
              </a:spcAft>
              <a:buSzPts val="1500"/>
              <a:buFont typeface="Nunito"/>
              <a:buChar char="●"/>
              <a:defRPr>
                <a:latin typeface="Nunito"/>
                <a:ea typeface="Nunito"/>
                <a:cs typeface="Nunito"/>
                <a:sym typeface="Nunito"/>
              </a:defRPr>
            </a:lvl1pPr>
            <a:lvl2pPr marL="914400" lvl="1" indent="-311150" algn="l">
              <a:lnSpc>
                <a:spcPct val="115000"/>
              </a:lnSpc>
              <a:spcBef>
                <a:spcPts val="1600"/>
              </a:spcBef>
              <a:spcAft>
                <a:spcPts val="0"/>
              </a:spcAft>
              <a:buSzPts val="1300"/>
              <a:buFont typeface="Nunito"/>
              <a:buChar char="○"/>
              <a:defRPr>
                <a:latin typeface="Nunito"/>
                <a:ea typeface="Nunito"/>
                <a:cs typeface="Nunito"/>
                <a:sym typeface="Nunito"/>
              </a:defRPr>
            </a:lvl2pPr>
            <a:lvl3pPr marL="1371600" lvl="2" indent="-304800" algn="l">
              <a:lnSpc>
                <a:spcPct val="115000"/>
              </a:lnSpc>
              <a:spcBef>
                <a:spcPts val="1600"/>
              </a:spcBef>
              <a:spcAft>
                <a:spcPts val="0"/>
              </a:spcAft>
              <a:buSzPts val="1200"/>
              <a:buFont typeface="Nunito"/>
              <a:buChar char="■"/>
              <a:defRPr>
                <a:latin typeface="Nunito"/>
                <a:ea typeface="Nunito"/>
                <a:cs typeface="Nunito"/>
                <a:sym typeface="Nunito"/>
              </a:defRPr>
            </a:lvl3pPr>
            <a:lvl4pPr marL="1828800" lvl="3" indent="-298450" algn="l">
              <a:lnSpc>
                <a:spcPct val="115000"/>
              </a:lnSpc>
              <a:spcBef>
                <a:spcPts val="1600"/>
              </a:spcBef>
              <a:spcAft>
                <a:spcPts val="0"/>
              </a:spcAft>
              <a:buSzPts val="1100"/>
              <a:buFont typeface="Nunito"/>
              <a:buChar char="●"/>
              <a:defRPr>
                <a:latin typeface="Nunito"/>
                <a:ea typeface="Nunito"/>
                <a:cs typeface="Nunito"/>
                <a:sym typeface="Nunito"/>
              </a:defRPr>
            </a:lvl4pPr>
            <a:lvl5pPr marL="2286000" lvl="4" indent="-292100" algn="l">
              <a:lnSpc>
                <a:spcPct val="115000"/>
              </a:lnSpc>
              <a:spcBef>
                <a:spcPts val="1600"/>
              </a:spcBef>
              <a:spcAft>
                <a:spcPts val="0"/>
              </a:spcAft>
              <a:buSzPts val="1000"/>
              <a:buFont typeface="Nunito"/>
              <a:buChar char="○"/>
              <a:defRPr>
                <a:latin typeface="Nunito"/>
                <a:ea typeface="Nunito"/>
                <a:cs typeface="Nunito"/>
                <a:sym typeface="Nunito"/>
              </a:defRPr>
            </a:lvl5pPr>
            <a:lvl6pPr marL="2743200" lvl="5" indent="-285750" algn="l">
              <a:lnSpc>
                <a:spcPct val="115000"/>
              </a:lnSpc>
              <a:spcBef>
                <a:spcPts val="1600"/>
              </a:spcBef>
              <a:spcAft>
                <a:spcPts val="0"/>
              </a:spcAft>
              <a:buSzPts val="900"/>
              <a:buFont typeface="Nunito"/>
              <a:buChar char="■"/>
              <a:defRPr>
                <a:latin typeface="Nunito"/>
                <a:ea typeface="Nunito"/>
                <a:cs typeface="Nunito"/>
                <a:sym typeface="Nunito"/>
              </a:defRPr>
            </a:lvl6pPr>
            <a:lvl7pPr marL="3200400" lvl="6" indent="-279400" algn="l">
              <a:lnSpc>
                <a:spcPct val="115000"/>
              </a:lnSpc>
              <a:spcBef>
                <a:spcPts val="1600"/>
              </a:spcBef>
              <a:spcAft>
                <a:spcPts val="0"/>
              </a:spcAft>
              <a:buSzPts val="800"/>
              <a:buFont typeface="Nunito"/>
              <a:buChar char="●"/>
              <a:defRPr>
                <a:latin typeface="Nunito"/>
                <a:ea typeface="Nunito"/>
                <a:cs typeface="Nunito"/>
                <a:sym typeface="Nunito"/>
              </a:defRPr>
            </a:lvl7pPr>
            <a:lvl8pPr marL="3657600" lvl="7" indent="-273050" algn="l">
              <a:lnSpc>
                <a:spcPct val="115000"/>
              </a:lnSpc>
              <a:spcBef>
                <a:spcPts val="1600"/>
              </a:spcBef>
              <a:spcAft>
                <a:spcPts val="0"/>
              </a:spcAft>
              <a:buSzPts val="700"/>
              <a:buFont typeface="Nunito"/>
              <a:buChar char="○"/>
              <a:defRPr>
                <a:latin typeface="Nunito"/>
                <a:ea typeface="Nunito"/>
                <a:cs typeface="Nunito"/>
                <a:sym typeface="Nunito"/>
              </a:defRPr>
            </a:lvl8pPr>
            <a:lvl9pPr marL="4114800" lvl="8" indent="-266700" algn="l">
              <a:lnSpc>
                <a:spcPct val="115000"/>
              </a:lnSpc>
              <a:spcBef>
                <a:spcPts val="1600"/>
              </a:spcBef>
              <a:spcAft>
                <a:spcPts val="1600"/>
              </a:spcAft>
              <a:buSzPts val="600"/>
              <a:buFont typeface="Nunito"/>
              <a:buChar char="■"/>
              <a:defRPr>
                <a:latin typeface="Nunito"/>
                <a:ea typeface="Nunito"/>
                <a:cs typeface="Nunito"/>
                <a:sym typeface="Nunito"/>
              </a:defRPr>
            </a:lvl9pPr>
          </a:lstStyle>
          <a:p>
            <a:endParaRPr/>
          </a:p>
        </p:txBody>
      </p:sp>
      <p:sp>
        <p:nvSpPr>
          <p:cNvPr id="20" name="Google Shape;20;p3"/>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1"/>
        <p:cNvGrpSpPr/>
        <p:nvPr/>
      </p:nvGrpSpPr>
      <p:grpSpPr>
        <a:xfrm>
          <a:off x="0" y="0"/>
          <a:ext cx="0" cy="0"/>
          <a:chOff x="0" y="0"/>
          <a:chExt cx="0" cy="0"/>
        </a:xfrm>
      </p:grpSpPr>
      <p:sp>
        <p:nvSpPr>
          <p:cNvPr id="22" name="Google Shape;22;p4"/>
          <p:cNvSpPr txBox="1">
            <a:spLocks noGrp="1"/>
          </p:cNvSpPr>
          <p:nvPr>
            <p:ph type="title"/>
          </p:nvPr>
        </p:nvSpPr>
        <p:spPr>
          <a:xfrm>
            <a:off x="311700" y="2150850"/>
            <a:ext cx="8520600" cy="841800"/>
          </a:xfrm>
          <a:prstGeom prst="rect">
            <a:avLst/>
          </a:prstGeom>
          <a:noFill/>
          <a:ln>
            <a:noFill/>
          </a:ln>
        </p:spPr>
        <p:txBody>
          <a:bodyPr spcFirstLastPara="1" wrap="square" lIns="91425" tIns="91425" rIns="91425" bIns="91425" anchor="ctr" anchorCtr="0">
            <a:noAutofit/>
          </a:bodyPr>
          <a:lstStyle>
            <a:lvl1pPr lvl="0" algn="l">
              <a:lnSpc>
                <a:spcPct val="100000"/>
              </a:lnSpc>
              <a:spcBef>
                <a:spcPts val="0"/>
              </a:spcBef>
              <a:spcAft>
                <a:spcPts val="0"/>
              </a:spcAft>
              <a:buClr>
                <a:srgbClr val="0E39A9"/>
              </a:buClr>
              <a:buSzPts val="3600"/>
              <a:buNone/>
              <a:defRPr sz="3600">
                <a:solidFill>
                  <a:srgbClr val="0E39A9"/>
                </a:solidFill>
              </a:defRPr>
            </a:lvl1pPr>
            <a:lvl2pPr lvl="1" algn="l">
              <a:lnSpc>
                <a:spcPct val="100000"/>
              </a:lnSpc>
              <a:spcBef>
                <a:spcPts val="0"/>
              </a:spcBef>
              <a:spcAft>
                <a:spcPts val="0"/>
              </a:spcAft>
              <a:buClr>
                <a:srgbClr val="0E39A9"/>
              </a:buClr>
              <a:buSzPts val="3600"/>
              <a:buNone/>
              <a:defRPr sz="3600">
                <a:solidFill>
                  <a:srgbClr val="0E39A9"/>
                </a:solidFill>
              </a:defRPr>
            </a:lvl2pPr>
            <a:lvl3pPr lvl="2" algn="l">
              <a:lnSpc>
                <a:spcPct val="100000"/>
              </a:lnSpc>
              <a:spcBef>
                <a:spcPts val="0"/>
              </a:spcBef>
              <a:spcAft>
                <a:spcPts val="0"/>
              </a:spcAft>
              <a:buClr>
                <a:srgbClr val="0E39A9"/>
              </a:buClr>
              <a:buSzPts val="3600"/>
              <a:buNone/>
              <a:defRPr sz="3600">
                <a:solidFill>
                  <a:srgbClr val="0E39A9"/>
                </a:solidFill>
              </a:defRPr>
            </a:lvl3pPr>
            <a:lvl4pPr lvl="3" algn="l">
              <a:lnSpc>
                <a:spcPct val="100000"/>
              </a:lnSpc>
              <a:spcBef>
                <a:spcPts val="0"/>
              </a:spcBef>
              <a:spcAft>
                <a:spcPts val="0"/>
              </a:spcAft>
              <a:buClr>
                <a:srgbClr val="0E39A9"/>
              </a:buClr>
              <a:buSzPts val="3600"/>
              <a:buNone/>
              <a:defRPr sz="3600">
                <a:solidFill>
                  <a:srgbClr val="0E39A9"/>
                </a:solidFill>
              </a:defRPr>
            </a:lvl4pPr>
            <a:lvl5pPr lvl="4" algn="l">
              <a:lnSpc>
                <a:spcPct val="100000"/>
              </a:lnSpc>
              <a:spcBef>
                <a:spcPts val="0"/>
              </a:spcBef>
              <a:spcAft>
                <a:spcPts val="0"/>
              </a:spcAft>
              <a:buClr>
                <a:srgbClr val="0E39A9"/>
              </a:buClr>
              <a:buSzPts val="3600"/>
              <a:buNone/>
              <a:defRPr sz="3600">
                <a:solidFill>
                  <a:srgbClr val="0E39A9"/>
                </a:solidFill>
              </a:defRPr>
            </a:lvl5pPr>
            <a:lvl6pPr lvl="5" algn="l">
              <a:lnSpc>
                <a:spcPct val="100000"/>
              </a:lnSpc>
              <a:spcBef>
                <a:spcPts val="0"/>
              </a:spcBef>
              <a:spcAft>
                <a:spcPts val="0"/>
              </a:spcAft>
              <a:buClr>
                <a:srgbClr val="0E39A9"/>
              </a:buClr>
              <a:buSzPts val="3600"/>
              <a:buNone/>
              <a:defRPr sz="3600">
                <a:solidFill>
                  <a:srgbClr val="0E39A9"/>
                </a:solidFill>
              </a:defRPr>
            </a:lvl6pPr>
            <a:lvl7pPr lvl="6" algn="l">
              <a:lnSpc>
                <a:spcPct val="100000"/>
              </a:lnSpc>
              <a:spcBef>
                <a:spcPts val="0"/>
              </a:spcBef>
              <a:spcAft>
                <a:spcPts val="0"/>
              </a:spcAft>
              <a:buClr>
                <a:srgbClr val="0E39A9"/>
              </a:buClr>
              <a:buSzPts val="3600"/>
              <a:buNone/>
              <a:defRPr sz="3600">
                <a:solidFill>
                  <a:srgbClr val="0E39A9"/>
                </a:solidFill>
              </a:defRPr>
            </a:lvl7pPr>
            <a:lvl8pPr lvl="7" algn="l">
              <a:lnSpc>
                <a:spcPct val="100000"/>
              </a:lnSpc>
              <a:spcBef>
                <a:spcPts val="0"/>
              </a:spcBef>
              <a:spcAft>
                <a:spcPts val="0"/>
              </a:spcAft>
              <a:buClr>
                <a:srgbClr val="0E39A9"/>
              </a:buClr>
              <a:buSzPts val="3600"/>
              <a:buNone/>
              <a:defRPr sz="3600">
                <a:solidFill>
                  <a:srgbClr val="0E39A9"/>
                </a:solidFill>
              </a:defRPr>
            </a:lvl8pPr>
            <a:lvl9pPr lvl="8" algn="l">
              <a:lnSpc>
                <a:spcPct val="100000"/>
              </a:lnSpc>
              <a:spcBef>
                <a:spcPts val="0"/>
              </a:spcBef>
              <a:spcAft>
                <a:spcPts val="0"/>
              </a:spcAft>
              <a:buClr>
                <a:srgbClr val="0E39A9"/>
              </a:buClr>
              <a:buSzPts val="3600"/>
              <a:buNone/>
              <a:defRPr sz="3600">
                <a:solidFill>
                  <a:srgbClr val="0E39A9"/>
                </a:solidFill>
              </a:defRPr>
            </a:lvl9pPr>
          </a:lstStyle>
          <a:p>
            <a:endParaRPr/>
          </a:p>
        </p:txBody>
      </p:sp>
      <p:sp>
        <p:nvSpPr>
          <p:cNvPr id="23" name="Google Shape;23;p4"/>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able">
  <p:cSld name="CUSTOM">
    <p:spTree>
      <p:nvGrpSpPr>
        <p:cNvPr id="1" name="Shape 24"/>
        <p:cNvGrpSpPr/>
        <p:nvPr/>
      </p:nvGrpSpPr>
      <p:grpSpPr>
        <a:xfrm>
          <a:off x="0" y="0"/>
          <a:ext cx="0" cy="0"/>
          <a:chOff x="0" y="0"/>
          <a:chExt cx="0" cy="0"/>
        </a:xfrm>
      </p:grpSpPr>
      <p:sp>
        <p:nvSpPr>
          <p:cNvPr id="25" name="Google Shape;25;p5"/>
          <p:cNvSpPr txBox="1">
            <a:spLocks noGrp="1"/>
          </p:cNvSpPr>
          <p:nvPr>
            <p:ph type="title"/>
          </p:nvPr>
        </p:nvSpPr>
        <p:spPr>
          <a:xfrm>
            <a:off x="201972" y="288368"/>
            <a:ext cx="8520600" cy="5727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2200"/>
              <a:buNone/>
              <a:defRPr/>
            </a:lvl1pPr>
            <a:lvl2pPr lvl="1" algn="l">
              <a:lnSpc>
                <a:spcPct val="100000"/>
              </a:lnSpc>
              <a:spcBef>
                <a:spcPts val="0"/>
              </a:spcBef>
              <a:spcAft>
                <a:spcPts val="0"/>
              </a:spcAft>
              <a:buSzPts val="2500"/>
              <a:buNone/>
              <a:defRPr/>
            </a:lvl2pPr>
            <a:lvl3pPr lvl="2" algn="l">
              <a:lnSpc>
                <a:spcPct val="100000"/>
              </a:lnSpc>
              <a:spcBef>
                <a:spcPts val="0"/>
              </a:spcBef>
              <a:spcAft>
                <a:spcPts val="0"/>
              </a:spcAft>
              <a:buSzPts val="2500"/>
              <a:buNone/>
              <a:defRPr/>
            </a:lvl3pPr>
            <a:lvl4pPr lvl="3" algn="l">
              <a:lnSpc>
                <a:spcPct val="100000"/>
              </a:lnSpc>
              <a:spcBef>
                <a:spcPts val="0"/>
              </a:spcBef>
              <a:spcAft>
                <a:spcPts val="0"/>
              </a:spcAft>
              <a:buSzPts val="2500"/>
              <a:buNone/>
              <a:defRPr/>
            </a:lvl4pPr>
            <a:lvl5pPr lvl="4" algn="l">
              <a:lnSpc>
                <a:spcPct val="100000"/>
              </a:lnSpc>
              <a:spcBef>
                <a:spcPts val="0"/>
              </a:spcBef>
              <a:spcAft>
                <a:spcPts val="0"/>
              </a:spcAft>
              <a:buSzPts val="2500"/>
              <a:buNone/>
              <a:defRPr/>
            </a:lvl5pPr>
            <a:lvl6pPr lvl="5" algn="l">
              <a:lnSpc>
                <a:spcPct val="100000"/>
              </a:lnSpc>
              <a:spcBef>
                <a:spcPts val="0"/>
              </a:spcBef>
              <a:spcAft>
                <a:spcPts val="0"/>
              </a:spcAft>
              <a:buSzPts val="2500"/>
              <a:buNone/>
              <a:defRPr/>
            </a:lvl6pPr>
            <a:lvl7pPr lvl="6" algn="l">
              <a:lnSpc>
                <a:spcPct val="100000"/>
              </a:lnSpc>
              <a:spcBef>
                <a:spcPts val="0"/>
              </a:spcBef>
              <a:spcAft>
                <a:spcPts val="0"/>
              </a:spcAft>
              <a:buSzPts val="2500"/>
              <a:buNone/>
              <a:defRPr/>
            </a:lvl7pPr>
            <a:lvl8pPr lvl="7" algn="l">
              <a:lnSpc>
                <a:spcPct val="100000"/>
              </a:lnSpc>
              <a:spcBef>
                <a:spcPts val="0"/>
              </a:spcBef>
              <a:spcAft>
                <a:spcPts val="0"/>
              </a:spcAft>
              <a:buSzPts val="2500"/>
              <a:buNone/>
              <a:defRPr/>
            </a:lvl8pPr>
            <a:lvl9pPr lvl="8" algn="l">
              <a:lnSpc>
                <a:spcPct val="100000"/>
              </a:lnSpc>
              <a:spcBef>
                <a:spcPts val="0"/>
              </a:spcBef>
              <a:spcAft>
                <a:spcPts val="0"/>
              </a:spcAft>
              <a:buSzPts val="2500"/>
              <a:buNone/>
              <a:defRPr/>
            </a:lvl9pPr>
          </a:lstStyle>
          <a:p>
            <a:endParaRPr/>
          </a:p>
        </p:txBody>
      </p:sp>
      <p:graphicFrame>
        <p:nvGraphicFramePr>
          <p:cNvPr id="26" name="Google Shape;26;p5"/>
          <p:cNvGraphicFramePr/>
          <p:nvPr/>
        </p:nvGraphicFramePr>
        <p:xfrm>
          <a:off x="201942" y="833662"/>
          <a:ext cx="3000000" cy="3000000"/>
        </p:xfrm>
        <a:graphic>
          <a:graphicData uri="http://schemas.openxmlformats.org/drawingml/2006/table">
            <a:tbl>
              <a:tblPr firstRow="1" bandRow="1">
                <a:noFill/>
                <a:tableStyleId>{4CFC87C6-1A0B-40AD-94C4-E44D0AB50E7B}</a:tableStyleId>
              </a:tblPr>
              <a:tblGrid>
                <a:gridCol w="883125">
                  <a:extLst>
                    <a:ext uri="{9D8B030D-6E8A-4147-A177-3AD203B41FA5}">
                      <a16:colId xmlns:a16="http://schemas.microsoft.com/office/drawing/2014/main" val="20000"/>
                    </a:ext>
                  </a:extLst>
                </a:gridCol>
                <a:gridCol w="3886050">
                  <a:extLst>
                    <a:ext uri="{9D8B030D-6E8A-4147-A177-3AD203B41FA5}">
                      <a16:colId xmlns:a16="http://schemas.microsoft.com/office/drawing/2014/main" val="20001"/>
                    </a:ext>
                  </a:extLst>
                </a:gridCol>
                <a:gridCol w="3886050">
                  <a:extLst>
                    <a:ext uri="{9D8B030D-6E8A-4147-A177-3AD203B41FA5}">
                      <a16:colId xmlns:a16="http://schemas.microsoft.com/office/drawing/2014/main" val="20002"/>
                    </a:ext>
                  </a:extLst>
                </a:gridCol>
              </a:tblGrid>
              <a:tr h="673575">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latin typeface="Nunito"/>
                          <a:ea typeface="Nunito"/>
                          <a:cs typeface="Nunito"/>
                          <a:sym typeface="Nunito"/>
                        </a:rPr>
                        <a:t>Cluster</a:t>
                      </a:r>
                      <a:endParaRPr sz="1400" u="none" strike="noStrike" cap="none">
                        <a:latin typeface="Nunito"/>
                        <a:ea typeface="Nunito"/>
                        <a:cs typeface="Nunito"/>
                        <a:sym typeface="Nunito"/>
                      </a:endParaRPr>
                    </a:p>
                  </a:txBody>
                  <a:tcPr marL="91450" marR="91450" marT="45725" marB="45725" anchor="ctr">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latin typeface="Nunito"/>
                          <a:ea typeface="Nunito"/>
                          <a:cs typeface="Nunito"/>
                          <a:sym typeface="Nunito"/>
                        </a:rPr>
                        <a:t>Cluster Profile </a:t>
                      </a:r>
                      <a:endParaRPr sz="14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latin typeface="Nunito"/>
                          <a:ea typeface="Nunito"/>
                          <a:cs typeface="Nunito"/>
                          <a:sym typeface="Nunito"/>
                        </a:rPr>
                        <a:t>Business Insights for Marketing Team</a:t>
                      </a:r>
                      <a:endParaRPr sz="14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extLst>
                  <a:ext uri="{0D108BD9-81ED-4DB2-BD59-A6C34878D82A}">
                    <a16:rowId xmlns:a16="http://schemas.microsoft.com/office/drawing/2014/main" val="10000"/>
                  </a:ext>
                </a:extLst>
              </a:tr>
              <a:tr h="753325">
                <a:tc>
                  <a:txBody>
                    <a:bodyPr/>
                    <a:lstStyle/>
                    <a:p>
                      <a:pPr marL="0" marR="0" lvl="0" indent="0" algn="l"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1</a:t>
                      </a:r>
                      <a:endParaRPr sz="1200" u="none" strike="noStrike" cap="none">
                        <a:latin typeface="Nunito"/>
                        <a:ea typeface="Nunito"/>
                        <a:cs typeface="Nunito"/>
                        <a:sym typeface="Nunito"/>
                      </a:endParaRPr>
                    </a:p>
                  </a:txBody>
                  <a:tcPr marL="91450" marR="91450" marT="45725" marB="45725" anchor="ctr">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High value customers who have many credit cards and prefer to engage online</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Engage Online – Set up priority calling in lines – Upsell and Cross sell premium products</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extLst>
                  <a:ext uri="{0D108BD9-81ED-4DB2-BD59-A6C34878D82A}">
                    <a16:rowId xmlns:a16="http://schemas.microsoft.com/office/drawing/2014/main" val="10001"/>
                  </a:ext>
                </a:extLst>
              </a:tr>
              <a:tr h="669525">
                <a:tc>
                  <a:txBody>
                    <a:bodyPr/>
                    <a:lstStyle/>
                    <a:p>
                      <a:pPr marL="0" marR="0" lvl="0" indent="0" algn="l"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2</a:t>
                      </a:r>
                      <a:endParaRPr sz="1200" u="none" strike="noStrike" cap="none">
                        <a:latin typeface="Nunito"/>
                        <a:ea typeface="Nunito"/>
                        <a:cs typeface="Nunito"/>
                        <a:sym typeface="Nunito"/>
                      </a:endParaRPr>
                    </a:p>
                  </a:txBody>
                  <a:tcPr marL="91450" marR="91450" marT="45725" marB="45725" anchor="ctr">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US" sz="1200" u="none" strike="noStrike" cap="none" baseline="30000">
                          <a:latin typeface="Nunito"/>
                          <a:ea typeface="Nunito"/>
                          <a:cs typeface="Nunito"/>
                          <a:sym typeface="Nunito"/>
                        </a:rPr>
                        <a:t>…</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extLst>
                  <a:ext uri="{0D108BD9-81ED-4DB2-BD59-A6C34878D82A}">
                    <a16:rowId xmlns:a16="http://schemas.microsoft.com/office/drawing/2014/main" val="10002"/>
                  </a:ext>
                </a:extLst>
              </a:tr>
              <a:tr h="669525">
                <a:tc>
                  <a:txBody>
                    <a:bodyPr/>
                    <a:lstStyle/>
                    <a:p>
                      <a:pPr marL="0" marR="0" lvl="0" indent="0" algn="l"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3</a:t>
                      </a:r>
                      <a:endParaRPr sz="1200" u="none" strike="noStrike" cap="none">
                        <a:latin typeface="Nunito"/>
                        <a:ea typeface="Nunito"/>
                        <a:cs typeface="Nunito"/>
                        <a:sym typeface="Nunito"/>
                      </a:endParaRPr>
                    </a:p>
                  </a:txBody>
                  <a:tcPr marL="91450" marR="91450" marT="45725" marB="45725" anchor="ctr">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extLst>
                  <a:ext uri="{0D108BD9-81ED-4DB2-BD59-A6C34878D82A}">
                    <a16:rowId xmlns:a16="http://schemas.microsoft.com/office/drawing/2014/main" val="10003"/>
                  </a:ext>
                </a:extLst>
              </a:tr>
              <a:tr h="669525">
                <a:tc>
                  <a:txBody>
                    <a:bodyPr/>
                    <a:lstStyle/>
                    <a:p>
                      <a:pPr marL="0" marR="0" lvl="0" indent="0" algn="l" rtl="0">
                        <a:lnSpc>
                          <a:spcPct val="100000"/>
                        </a:lnSpc>
                        <a:spcBef>
                          <a:spcPts val="0"/>
                        </a:spcBef>
                        <a:spcAft>
                          <a:spcPts val="0"/>
                        </a:spcAft>
                        <a:buClr>
                          <a:srgbClr val="000000"/>
                        </a:buClr>
                        <a:buSzPts val="1200"/>
                        <a:buFont typeface="Arial"/>
                        <a:buNone/>
                      </a:pPr>
                      <a:endParaRPr sz="1200" u="none" strike="noStrike" cap="none">
                        <a:latin typeface="Nunito"/>
                        <a:ea typeface="Nunito"/>
                        <a:cs typeface="Nunito"/>
                        <a:sym typeface="Nunito"/>
                      </a:endParaRPr>
                    </a:p>
                  </a:txBody>
                  <a:tcPr marL="91450" marR="91450" marT="45725" marB="45725" anchor="ctr">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extLst>
                  <a:ext uri="{0D108BD9-81ED-4DB2-BD59-A6C34878D82A}">
                    <a16:rowId xmlns:a16="http://schemas.microsoft.com/office/drawing/2014/main" val="10004"/>
                  </a:ext>
                </a:extLst>
              </a:tr>
            </a:tbl>
          </a:graphicData>
        </a:graphic>
      </p:graphicFrame>
      <p:sp>
        <p:nvSpPr>
          <p:cNvPr id="27" name="Google Shape;27;p5"/>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8"/>
        <p:cNvGrpSpPr/>
        <p:nvPr/>
      </p:nvGrpSpPr>
      <p:grpSpPr>
        <a:xfrm>
          <a:off x="0" y="0"/>
          <a:ext cx="0" cy="0"/>
          <a:chOff x="0" y="0"/>
          <a:chExt cx="0" cy="0"/>
        </a:xfrm>
      </p:grpSpPr>
      <p:sp>
        <p:nvSpPr>
          <p:cNvPr id="29" name="Google Shape;29;p6"/>
          <p:cNvSpPr txBox="1">
            <a:spLocks noGrp="1"/>
          </p:cNvSpPr>
          <p:nvPr>
            <p:ph type="title"/>
          </p:nvPr>
        </p:nvSpPr>
        <p:spPr>
          <a:xfrm>
            <a:off x="201972" y="288368"/>
            <a:ext cx="8520600" cy="5727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2200"/>
              <a:buNone/>
              <a:defRPr/>
            </a:lvl1pPr>
            <a:lvl2pPr lvl="1" algn="l">
              <a:lnSpc>
                <a:spcPct val="100000"/>
              </a:lnSpc>
              <a:spcBef>
                <a:spcPts val="0"/>
              </a:spcBef>
              <a:spcAft>
                <a:spcPts val="0"/>
              </a:spcAft>
              <a:buSzPts val="2500"/>
              <a:buNone/>
              <a:defRPr/>
            </a:lvl2pPr>
            <a:lvl3pPr lvl="2" algn="l">
              <a:lnSpc>
                <a:spcPct val="100000"/>
              </a:lnSpc>
              <a:spcBef>
                <a:spcPts val="0"/>
              </a:spcBef>
              <a:spcAft>
                <a:spcPts val="0"/>
              </a:spcAft>
              <a:buSzPts val="2500"/>
              <a:buNone/>
              <a:defRPr/>
            </a:lvl3pPr>
            <a:lvl4pPr lvl="3" algn="l">
              <a:lnSpc>
                <a:spcPct val="100000"/>
              </a:lnSpc>
              <a:spcBef>
                <a:spcPts val="0"/>
              </a:spcBef>
              <a:spcAft>
                <a:spcPts val="0"/>
              </a:spcAft>
              <a:buSzPts val="2500"/>
              <a:buNone/>
              <a:defRPr/>
            </a:lvl4pPr>
            <a:lvl5pPr lvl="4" algn="l">
              <a:lnSpc>
                <a:spcPct val="100000"/>
              </a:lnSpc>
              <a:spcBef>
                <a:spcPts val="0"/>
              </a:spcBef>
              <a:spcAft>
                <a:spcPts val="0"/>
              </a:spcAft>
              <a:buSzPts val="2500"/>
              <a:buNone/>
              <a:defRPr/>
            </a:lvl5pPr>
            <a:lvl6pPr lvl="5" algn="l">
              <a:lnSpc>
                <a:spcPct val="100000"/>
              </a:lnSpc>
              <a:spcBef>
                <a:spcPts val="0"/>
              </a:spcBef>
              <a:spcAft>
                <a:spcPts val="0"/>
              </a:spcAft>
              <a:buSzPts val="2500"/>
              <a:buNone/>
              <a:defRPr/>
            </a:lvl6pPr>
            <a:lvl7pPr lvl="6" algn="l">
              <a:lnSpc>
                <a:spcPct val="100000"/>
              </a:lnSpc>
              <a:spcBef>
                <a:spcPts val="0"/>
              </a:spcBef>
              <a:spcAft>
                <a:spcPts val="0"/>
              </a:spcAft>
              <a:buSzPts val="2500"/>
              <a:buNone/>
              <a:defRPr/>
            </a:lvl7pPr>
            <a:lvl8pPr lvl="7" algn="l">
              <a:lnSpc>
                <a:spcPct val="100000"/>
              </a:lnSpc>
              <a:spcBef>
                <a:spcPts val="0"/>
              </a:spcBef>
              <a:spcAft>
                <a:spcPts val="0"/>
              </a:spcAft>
              <a:buSzPts val="2500"/>
              <a:buNone/>
              <a:defRPr/>
            </a:lvl8pPr>
            <a:lvl9pPr lvl="8" algn="l">
              <a:lnSpc>
                <a:spcPct val="100000"/>
              </a:lnSpc>
              <a:spcBef>
                <a:spcPts val="0"/>
              </a:spcBef>
              <a:spcAft>
                <a:spcPts val="0"/>
              </a:spcAft>
              <a:buSzPts val="2500"/>
              <a:buNone/>
              <a:defRPr/>
            </a:lvl9pPr>
          </a:lstStyle>
          <a:p>
            <a:endParaRPr/>
          </a:p>
        </p:txBody>
      </p:sp>
      <p:sp>
        <p:nvSpPr>
          <p:cNvPr id="30" name="Google Shape;30;p6"/>
          <p:cNvSpPr txBox="1">
            <a:spLocks noGrp="1"/>
          </p:cNvSpPr>
          <p:nvPr>
            <p:ph type="body" idx="1"/>
          </p:nvPr>
        </p:nvSpPr>
        <p:spPr>
          <a:xfrm>
            <a:off x="311700" y="1152475"/>
            <a:ext cx="3999900" cy="3416400"/>
          </a:xfrm>
          <a:prstGeom prst="rect">
            <a:avLst/>
          </a:prstGeom>
          <a:noFill/>
          <a:ln>
            <a:noFill/>
          </a:ln>
        </p:spPr>
        <p:txBody>
          <a:bodyPr spcFirstLastPara="1" wrap="square" lIns="91425" tIns="91425" rIns="91425" bIns="91425" anchor="t" anchorCtr="0">
            <a:no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1600"/>
              </a:spcBef>
              <a:spcAft>
                <a:spcPts val="0"/>
              </a:spcAft>
              <a:buSzPts val="1200"/>
              <a:buChar char="○"/>
              <a:defRPr sz="1200"/>
            </a:lvl2pPr>
            <a:lvl3pPr marL="1371600" lvl="2" indent="-304800" algn="l">
              <a:lnSpc>
                <a:spcPct val="115000"/>
              </a:lnSpc>
              <a:spcBef>
                <a:spcPts val="1600"/>
              </a:spcBef>
              <a:spcAft>
                <a:spcPts val="0"/>
              </a:spcAft>
              <a:buSzPts val="1200"/>
              <a:buChar char="■"/>
              <a:defRPr sz="1200"/>
            </a:lvl3pPr>
            <a:lvl4pPr marL="1828800" lvl="3" indent="-304800" algn="l">
              <a:lnSpc>
                <a:spcPct val="115000"/>
              </a:lnSpc>
              <a:spcBef>
                <a:spcPts val="1600"/>
              </a:spcBef>
              <a:spcAft>
                <a:spcPts val="0"/>
              </a:spcAft>
              <a:buSzPts val="1200"/>
              <a:buChar char="●"/>
              <a:defRPr sz="1200"/>
            </a:lvl4pPr>
            <a:lvl5pPr marL="2286000" lvl="4" indent="-304800" algn="l">
              <a:lnSpc>
                <a:spcPct val="115000"/>
              </a:lnSpc>
              <a:spcBef>
                <a:spcPts val="1600"/>
              </a:spcBef>
              <a:spcAft>
                <a:spcPts val="0"/>
              </a:spcAft>
              <a:buSzPts val="1200"/>
              <a:buChar char="○"/>
              <a:defRPr sz="1200"/>
            </a:lvl5pPr>
            <a:lvl6pPr marL="2743200" lvl="5" indent="-304800" algn="l">
              <a:lnSpc>
                <a:spcPct val="115000"/>
              </a:lnSpc>
              <a:spcBef>
                <a:spcPts val="1600"/>
              </a:spcBef>
              <a:spcAft>
                <a:spcPts val="0"/>
              </a:spcAft>
              <a:buSzPts val="1200"/>
              <a:buChar char="■"/>
              <a:defRPr sz="1200"/>
            </a:lvl6pPr>
            <a:lvl7pPr marL="3200400" lvl="6" indent="-304800" algn="l">
              <a:lnSpc>
                <a:spcPct val="115000"/>
              </a:lnSpc>
              <a:spcBef>
                <a:spcPts val="1600"/>
              </a:spcBef>
              <a:spcAft>
                <a:spcPts val="0"/>
              </a:spcAft>
              <a:buSzPts val="1200"/>
              <a:buChar char="●"/>
              <a:defRPr sz="1200"/>
            </a:lvl7pPr>
            <a:lvl8pPr marL="3657600" lvl="7" indent="-304800" algn="l">
              <a:lnSpc>
                <a:spcPct val="115000"/>
              </a:lnSpc>
              <a:spcBef>
                <a:spcPts val="1600"/>
              </a:spcBef>
              <a:spcAft>
                <a:spcPts val="0"/>
              </a:spcAft>
              <a:buSzPts val="1200"/>
              <a:buChar char="○"/>
              <a:defRPr sz="1200"/>
            </a:lvl8pPr>
            <a:lvl9pPr marL="4114800" lvl="8" indent="-304800" algn="l">
              <a:lnSpc>
                <a:spcPct val="115000"/>
              </a:lnSpc>
              <a:spcBef>
                <a:spcPts val="1600"/>
              </a:spcBef>
              <a:spcAft>
                <a:spcPts val="1600"/>
              </a:spcAft>
              <a:buSzPts val="1200"/>
              <a:buChar char="■"/>
              <a:defRPr sz="1200"/>
            </a:lvl9pPr>
          </a:lstStyle>
          <a:p>
            <a:endParaRPr/>
          </a:p>
        </p:txBody>
      </p:sp>
      <p:sp>
        <p:nvSpPr>
          <p:cNvPr id="31" name="Google Shape;31;p6"/>
          <p:cNvSpPr txBox="1">
            <a:spLocks noGrp="1"/>
          </p:cNvSpPr>
          <p:nvPr>
            <p:ph type="body" idx="2"/>
          </p:nvPr>
        </p:nvSpPr>
        <p:spPr>
          <a:xfrm>
            <a:off x="4832400" y="1152475"/>
            <a:ext cx="3999900" cy="3416400"/>
          </a:xfrm>
          <a:prstGeom prst="rect">
            <a:avLst/>
          </a:prstGeom>
          <a:noFill/>
          <a:ln>
            <a:noFill/>
          </a:ln>
        </p:spPr>
        <p:txBody>
          <a:bodyPr spcFirstLastPara="1" wrap="square" lIns="91425" tIns="91425" rIns="91425" bIns="91425" anchor="t" anchorCtr="0">
            <a:no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1600"/>
              </a:spcBef>
              <a:spcAft>
                <a:spcPts val="0"/>
              </a:spcAft>
              <a:buSzPts val="1200"/>
              <a:buChar char="○"/>
              <a:defRPr sz="1200"/>
            </a:lvl2pPr>
            <a:lvl3pPr marL="1371600" lvl="2" indent="-304800" algn="l">
              <a:lnSpc>
                <a:spcPct val="115000"/>
              </a:lnSpc>
              <a:spcBef>
                <a:spcPts val="1600"/>
              </a:spcBef>
              <a:spcAft>
                <a:spcPts val="0"/>
              </a:spcAft>
              <a:buSzPts val="1200"/>
              <a:buChar char="■"/>
              <a:defRPr sz="1200"/>
            </a:lvl3pPr>
            <a:lvl4pPr marL="1828800" lvl="3" indent="-304800" algn="l">
              <a:lnSpc>
                <a:spcPct val="115000"/>
              </a:lnSpc>
              <a:spcBef>
                <a:spcPts val="1600"/>
              </a:spcBef>
              <a:spcAft>
                <a:spcPts val="0"/>
              </a:spcAft>
              <a:buSzPts val="1200"/>
              <a:buChar char="●"/>
              <a:defRPr sz="1200"/>
            </a:lvl4pPr>
            <a:lvl5pPr marL="2286000" lvl="4" indent="-304800" algn="l">
              <a:lnSpc>
                <a:spcPct val="115000"/>
              </a:lnSpc>
              <a:spcBef>
                <a:spcPts val="1600"/>
              </a:spcBef>
              <a:spcAft>
                <a:spcPts val="0"/>
              </a:spcAft>
              <a:buSzPts val="1200"/>
              <a:buChar char="○"/>
              <a:defRPr sz="1200"/>
            </a:lvl5pPr>
            <a:lvl6pPr marL="2743200" lvl="5" indent="-304800" algn="l">
              <a:lnSpc>
                <a:spcPct val="115000"/>
              </a:lnSpc>
              <a:spcBef>
                <a:spcPts val="1600"/>
              </a:spcBef>
              <a:spcAft>
                <a:spcPts val="0"/>
              </a:spcAft>
              <a:buSzPts val="1200"/>
              <a:buChar char="■"/>
              <a:defRPr sz="1200"/>
            </a:lvl6pPr>
            <a:lvl7pPr marL="3200400" lvl="6" indent="-304800" algn="l">
              <a:lnSpc>
                <a:spcPct val="115000"/>
              </a:lnSpc>
              <a:spcBef>
                <a:spcPts val="1600"/>
              </a:spcBef>
              <a:spcAft>
                <a:spcPts val="0"/>
              </a:spcAft>
              <a:buSzPts val="1200"/>
              <a:buChar char="●"/>
              <a:defRPr sz="1200"/>
            </a:lvl7pPr>
            <a:lvl8pPr marL="3657600" lvl="7" indent="-304800" algn="l">
              <a:lnSpc>
                <a:spcPct val="115000"/>
              </a:lnSpc>
              <a:spcBef>
                <a:spcPts val="1600"/>
              </a:spcBef>
              <a:spcAft>
                <a:spcPts val="0"/>
              </a:spcAft>
              <a:buSzPts val="1200"/>
              <a:buChar char="○"/>
              <a:defRPr sz="1200"/>
            </a:lvl8pPr>
            <a:lvl9pPr marL="4114800" lvl="8" indent="-304800" algn="l">
              <a:lnSpc>
                <a:spcPct val="115000"/>
              </a:lnSpc>
              <a:spcBef>
                <a:spcPts val="1600"/>
              </a:spcBef>
              <a:spcAft>
                <a:spcPts val="1600"/>
              </a:spcAft>
              <a:buSzPts val="1200"/>
              <a:buChar char="■"/>
              <a:defRPr sz="1200"/>
            </a:lvl9pPr>
          </a:lstStyle>
          <a:p>
            <a:endParaRPr/>
          </a:p>
        </p:txBody>
      </p:sp>
      <p:sp>
        <p:nvSpPr>
          <p:cNvPr id="32" name="Google Shape;32;p6"/>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33"/>
        <p:cNvGrpSpPr/>
        <p:nvPr/>
      </p:nvGrpSpPr>
      <p:grpSpPr>
        <a:xfrm>
          <a:off x="0" y="0"/>
          <a:ext cx="0" cy="0"/>
          <a:chOff x="0" y="0"/>
          <a:chExt cx="0" cy="0"/>
        </a:xfrm>
      </p:grpSpPr>
      <p:sp>
        <p:nvSpPr>
          <p:cNvPr id="34" name="Google Shape;34;p7"/>
          <p:cNvSpPr txBox="1">
            <a:spLocks noGrp="1"/>
          </p:cNvSpPr>
          <p:nvPr>
            <p:ph type="title"/>
          </p:nvPr>
        </p:nvSpPr>
        <p:spPr>
          <a:xfrm>
            <a:off x="201972" y="288368"/>
            <a:ext cx="8520600" cy="5727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2200"/>
              <a:buNone/>
              <a:defRPr/>
            </a:lvl1pPr>
            <a:lvl2pPr lvl="1" algn="l">
              <a:lnSpc>
                <a:spcPct val="100000"/>
              </a:lnSpc>
              <a:spcBef>
                <a:spcPts val="0"/>
              </a:spcBef>
              <a:spcAft>
                <a:spcPts val="0"/>
              </a:spcAft>
              <a:buSzPts val="2500"/>
              <a:buNone/>
              <a:defRPr/>
            </a:lvl2pPr>
            <a:lvl3pPr lvl="2" algn="l">
              <a:lnSpc>
                <a:spcPct val="100000"/>
              </a:lnSpc>
              <a:spcBef>
                <a:spcPts val="0"/>
              </a:spcBef>
              <a:spcAft>
                <a:spcPts val="0"/>
              </a:spcAft>
              <a:buSzPts val="2500"/>
              <a:buNone/>
              <a:defRPr/>
            </a:lvl3pPr>
            <a:lvl4pPr lvl="3" algn="l">
              <a:lnSpc>
                <a:spcPct val="100000"/>
              </a:lnSpc>
              <a:spcBef>
                <a:spcPts val="0"/>
              </a:spcBef>
              <a:spcAft>
                <a:spcPts val="0"/>
              </a:spcAft>
              <a:buSzPts val="2500"/>
              <a:buNone/>
              <a:defRPr/>
            </a:lvl4pPr>
            <a:lvl5pPr lvl="4" algn="l">
              <a:lnSpc>
                <a:spcPct val="100000"/>
              </a:lnSpc>
              <a:spcBef>
                <a:spcPts val="0"/>
              </a:spcBef>
              <a:spcAft>
                <a:spcPts val="0"/>
              </a:spcAft>
              <a:buSzPts val="2500"/>
              <a:buNone/>
              <a:defRPr/>
            </a:lvl5pPr>
            <a:lvl6pPr lvl="5" algn="l">
              <a:lnSpc>
                <a:spcPct val="100000"/>
              </a:lnSpc>
              <a:spcBef>
                <a:spcPts val="0"/>
              </a:spcBef>
              <a:spcAft>
                <a:spcPts val="0"/>
              </a:spcAft>
              <a:buSzPts val="2500"/>
              <a:buNone/>
              <a:defRPr/>
            </a:lvl6pPr>
            <a:lvl7pPr lvl="6" algn="l">
              <a:lnSpc>
                <a:spcPct val="100000"/>
              </a:lnSpc>
              <a:spcBef>
                <a:spcPts val="0"/>
              </a:spcBef>
              <a:spcAft>
                <a:spcPts val="0"/>
              </a:spcAft>
              <a:buSzPts val="2500"/>
              <a:buNone/>
              <a:defRPr/>
            </a:lvl7pPr>
            <a:lvl8pPr lvl="7" algn="l">
              <a:lnSpc>
                <a:spcPct val="100000"/>
              </a:lnSpc>
              <a:spcBef>
                <a:spcPts val="0"/>
              </a:spcBef>
              <a:spcAft>
                <a:spcPts val="0"/>
              </a:spcAft>
              <a:buSzPts val="2500"/>
              <a:buNone/>
              <a:defRPr/>
            </a:lvl8pPr>
            <a:lvl9pPr lvl="8" algn="l">
              <a:lnSpc>
                <a:spcPct val="100000"/>
              </a:lnSpc>
              <a:spcBef>
                <a:spcPts val="0"/>
              </a:spcBef>
              <a:spcAft>
                <a:spcPts val="0"/>
              </a:spcAft>
              <a:buSzPts val="2500"/>
              <a:buNone/>
              <a:defRPr/>
            </a:lvl9pPr>
          </a:lstStyle>
          <a:p>
            <a:endParaRPr/>
          </a:p>
        </p:txBody>
      </p:sp>
      <p:sp>
        <p:nvSpPr>
          <p:cNvPr id="35" name="Google Shape;35;p7"/>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6"/>
        <p:cNvGrpSpPr/>
        <p:nvPr/>
      </p:nvGrpSpPr>
      <p:grpSpPr>
        <a:xfrm>
          <a:off x="0" y="0"/>
          <a:ext cx="0" cy="0"/>
          <a:chOff x="0" y="0"/>
          <a:chExt cx="0" cy="0"/>
        </a:xfrm>
      </p:grpSpPr>
      <p:sp>
        <p:nvSpPr>
          <p:cNvPr id="37" name="Google Shape;37;p8"/>
          <p:cNvSpPr txBox="1">
            <a:spLocks noGrp="1"/>
          </p:cNvSpPr>
          <p:nvPr>
            <p:ph type="title"/>
          </p:nvPr>
        </p:nvSpPr>
        <p:spPr>
          <a:xfrm>
            <a:off x="490250" y="450150"/>
            <a:ext cx="6367800" cy="4090800"/>
          </a:xfrm>
          <a:prstGeom prst="rect">
            <a:avLst/>
          </a:prstGeom>
          <a:noFill/>
          <a:ln>
            <a:noFill/>
          </a:ln>
        </p:spPr>
        <p:txBody>
          <a:bodyPr spcFirstLastPara="1" wrap="square" lIns="91425" tIns="91425" rIns="91425" bIns="91425" anchor="ctr" anchorCtr="0">
            <a:noAutofit/>
          </a:bodyPr>
          <a:lstStyle>
            <a:lvl1pPr lvl="0" algn="l">
              <a:lnSpc>
                <a:spcPct val="100000"/>
              </a:lnSpc>
              <a:spcBef>
                <a:spcPts val="0"/>
              </a:spcBef>
              <a:spcAft>
                <a:spcPts val="0"/>
              </a:spcAft>
              <a:buSzPts val="4800"/>
              <a:buNone/>
              <a:defRPr sz="4800"/>
            </a:lvl1pPr>
            <a:lvl2pPr lvl="1" algn="l">
              <a:lnSpc>
                <a:spcPct val="100000"/>
              </a:lnSpc>
              <a:spcBef>
                <a:spcPts val="0"/>
              </a:spcBef>
              <a:spcAft>
                <a:spcPts val="0"/>
              </a:spcAft>
              <a:buSzPts val="4800"/>
              <a:buNone/>
              <a:defRPr sz="4800"/>
            </a:lvl2pPr>
            <a:lvl3pPr lvl="2" algn="l">
              <a:lnSpc>
                <a:spcPct val="100000"/>
              </a:lnSpc>
              <a:spcBef>
                <a:spcPts val="0"/>
              </a:spcBef>
              <a:spcAft>
                <a:spcPts val="0"/>
              </a:spcAft>
              <a:buSzPts val="4800"/>
              <a:buNone/>
              <a:defRPr sz="4800"/>
            </a:lvl3pPr>
            <a:lvl4pPr lvl="3" algn="l">
              <a:lnSpc>
                <a:spcPct val="100000"/>
              </a:lnSpc>
              <a:spcBef>
                <a:spcPts val="0"/>
              </a:spcBef>
              <a:spcAft>
                <a:spcPts val="0"/>
              </a:spcAft>
              <a:buSzPts val="4800"/>
              <a:buNone/>
              <a:defRPr sz="4800"/>
            </a:lvl4pPr>
            <a:lvl5pPr lvl="4" algn="l">
              <a:lnSpc>
                <a:spcPct val="100000"/>
              </a:lnSpc>
              <a:spcBef>
                <a:spcPts val="0"/>
              </a:spcBef>
              <a:spcAft>
                <a:spcPts val="0"/>
              </a:spcAft>
              <a:buSzPts val="4800"/>
              <a:buNone/>
              <a:defRPr sz="4800"/>
            </a:lvl5pPr>
            <a:lvl6pPr lvl="5" algn="l">
              <a:lnSpc>
                <a:spcPct val="100000"/>
              </a:lnSpc>
              <a:spcBef>
                <a:spcPts val="0"/>
              </a:spcBef>
              <a:spcAft>
                <a:spcPts val="0"/>
              </a:spcAft>
              <a:buSzPts val="4800"/>
              <a:buNone/>
              <a:defRPr sz="4800"/>
            </a:lvl6pPr>
            <a:lvl7pPr lvl="6" algn="l">
              <a:lnSpc>
                <a:spcPct val="100000"/>
              </a:lnSpc>
              <a:spcBef>
                <a:spcPts val="0"/>
              </a:spcBef>
              <a:spcAft>
                <a:spcPts val="0"/>
              </a:spcAft>
              <a:buSzPts val="4800"/>
              <a:buNone/>
              <a:defRPr sz="4800"/>
            </a:lvl7pPr>
            <a:lvl8pPr lvl="7" algn="l">
              <a:lnSpc>
                <a:spcPct val="100000"/>
              </a:lnSpc>
              <a:spcBef>
                <a:spcPts val="0"/>
              </a:spcBef>
              <a:spcAft>
                <a:spcPts val="0"/>
              </a:spcAft>
              <a:buSzPts val="4800"/>
              <a:buNone/>
              <a:defRPr sz="4800"/>
            </a:lvl8pPr>
            <a:lvl9pPr lvl="8" algn="l">
              <a:lnSpc>
                <a:spcPct val="100000"/>
              </a:lnSpc>
              <a:spcBef>
                <a:spcPts val="0"/>
              </a:spcBef>
              <a:spcAft>
                <a:spcPts val="0"/>
              </a:spcAft>
              <a:buSzPts val="4800"/>
              <a:buNone/>
              <a:defRPr sz="4800"/>
            </a:lvl9pPr>
          </a:lstStyle>
          <a:p>
            <a:endParaRPr/>
          </a:p>
        </p:txBody>
      </p:sp>
      <p:sp>
        <p:nvSpPr>
          <p:cNvPr id="38" name="Google Shape;38;p8"/>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9"/>
        <p:cNvGrpSpPr/>
        <p:nvPr/>
      </p:nvGrpSpPr>
      <p:grpSpPr>
        <a:xfrm>
          <a:off x="0" y="0"/>
          <a:ext cx="0" cy="0"/>
          <a:chOff x="0" y="0"/>
          <a:chExt cx="0" cy="0"/>
        </a:xfrm>
      </p:grpSpPr>
      <p:sp>
        <p:nvSpPr>
          <p:cNvPr id="40" name="Google Shape;40;p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41" name="Google Shape;41;p9"/>
          <p:cNvSpPr txBox="1">
            <a:spLocks noGrp="1"/>
          </p:cNvSpPr>
          <p:nvPr>
            <p:ph type="title"/>
          </p:nvPr>
        </p:nvSpPr>
        <p:spPr>
          <a:xfrm>
            <a:off x="265500" y="1233175"/>
            <a:ext cx="4045200" cy="1482300"/>
          </a:xfrm>
          <a:prstGeom prst="rect">
            <a:avLst/>
          </a:prstGeom>
          <a:noFill/>
          <a:ln>
            <a:noFill/>
          </a:ln>
        </p:spPr>
        <p:txBody>
          <a:bodyPr spcFirstLastPara="1" wrap="square" lIns="91425" tIns="91425" rIns="91425" bIns="91425" anchor="b" anchorCtr="0">
            <a:noAutofit/>
          </a:bodyPr>
          <a:lstStyle>
            <a:lvl1pPr lvl="0" algn="ctr">
              <a:lnSpc>
                <a:spcPct val="100000"/>
              </a:lnSpc>
              <a:spcBef>
                <a:spcPts val="0"/>
              </a:spcBef>
              <a:spcAft>
                <a:spcPts val="0"/>
              </a:spcAft>
              <a:buSzPts val="4200"/>
              <a:buNone/>
              <a:defRPr sz="4200"/>
            </a:lvl1pPr>
            <a:lvl2pPr lvl="1" algn="ctr">
              <a:lnSpc>
                <a:spcPct val="100000"/>
              </a:lnSpc>
              <a:spcBef>
                <a:spcPts val="0"/>
              </a:spcBef>
              <a:spcAft>
                <a:spcPts val="0"/>
              </a:spcAft>
              <a:buSzPts val="4200"/>
              <a:buNone/>
              <a:defRPr sz="4200"/>
            </a:lvl2pPr>
            <a:lvl3pPr lvl="2" algn="ctr">
              <a:lnSpc>
                <a:spcPct val="100000"/>
              </a:lnSpc>
              <a:spcBef>
                <a:spcPts val="0"/>
              </a:spcBef>
              <a:spcAft>
                <a:spcPts val="0"/>
              </a:spcAft>
              <a:buSzPts val="4200"/>
              <a:buNone/>
              <a:defRPr sz="4200"/>
            </a:lvl3pPr>
            <a:lvl4pPr lvl="3" algn="ctr">
              <a:lnSpc>
                <a:spcPct val="100000"/>
              </a:lnSpc>
              <a:spcBef>
                <a:spcPts val="0"/>
              </a:spcBef>
              <a:spcAft>
                <a:spcPts val="0"/>
              </a:spcAft>
              <a:buSzPts val="4200"/>
              <a:buNone/>
              <a:defRPr sz="4200"/>
            </a:lvl4pPr>
            <a:lvl5pPr lvl="4" algn="ctr">
              <a:lnSpc>
                <a:spcPct val="100000"/>
              </a:lnSpc>
              <a:spcBef>
                <a:spcPts val="0"/>
              </a:spcBef>
              <a:spcAft>
                <a:spcPts val="0"/>
              </a:spcAft>
              <a:buSzPts val="4200"/>
              <a:buNone/>
              <a:defRPr sz="4200"/>
            </a:lvl5pPr>
            <a:lvl6pPr lvl="5" algn="ctr">
              <a:lnSpc>
                <a:spcPct val="100000"/>
              </a:lnSpc>
              <a:spcBef>
                <a:spcPts val="0"/>
              </a:spcBef>
              <a:spcAft>
                <a:spcPts val="0"/>
              </a:spcAft>
              <a:buSzPts val="4200"/>
              <a:buNone/>
              <a:defRPr sz="4200"/>
            </a:lvl6pPr>
            <a:lvl7pPr lvl="6" algn="ctr">
              <a:lnSpc>
                <a:spcPct val="100000"/>
              </a:lnSpc>
              <a:spcBef>
                <a:spcPts val="0"/>
              </a:spcBef>
              <a:spcAft>
                <a:spcPts val="0"/>
              </a:spcAft>
              <a:buSzPts val="4200"/>
              <a:buNone/>
              <a:defRPr sz="4200"/>
            </a:lvl7pPr>
            <a:lvl8pPr lvl="7" algn="ctr">
              <a:lnSpc>
                <a:spcPct val="100000"/>
              </a:lnSpc>
              <a:spcBef>
                <a:spcPts val="0"/>
              </a:spcBef>
              <a:spcAft>
                <a:spcPts val="0"/>
              </a:spcAft>
              <a:buSzPts val="4200"/>
              <a:buNone/>
              <a:defRPr sz="4200"/>
            </a:lvl8pPr>
            <a:lvl9pPr lvl="8" algn="ctr">
              <a:lnSpc>
                <a:spcPct val="100000"/>
              </a:lnSpc>
              <a:spcBef>
                <a:spcPts val="0"/>
              </a:spcBef>
              <a:spcAft>
                <a:spcPts val="0"/>
              </a:spcAft>
              <a:buSzPts val="4200"/>
              <a:buNone/>
              <a:defRPr sz="4200"/>
            </a:lvl9pPr>
          </a:lstStyle>
          <a:p>
            <a:endParaRPr/>
          </a:p>
        </p:txBody>
      </p:sp>
      <p:sp>
        <p:nvSpPr>
          <p:cNvPr id="42" name="Google Shape;42;p9"/>
          <p:cNvSpPr txBox="1">
            <a:spLocks noGrp="1"/>
          </p:cNvSpPr>
          <p:nvPr>
            <p:ph type="subTitle" idx="1"/>
          </p:nvPr>
        </p:nvSpPr>
        <p:spPr>
          <a:xfrm>
            <a:off x="265500" y="2803075"/>
            <a:ext cx="4045200" cy="1235100"/>
          </a:xfrm>
          <a:prstGeom prst="rect">
            <a:avLst/>
          </a:prstGeom>
          <a:noFill/>
          <a:ln>
            <a:noFill/>
          </a:ln>
        </p:spPr>
        <p:txBody>
          <a:bodyPr spcFirstLastPara="1" wrap="square" lIns="91425" tIns="91425" rIns="91425" bIns="91425" anchor="t" anchorCtr="0">
            <a:no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43" name="Google Shape;43;p9"/>
          <p:cNvSpPr txBox="1">
            <a:spLocks noGrp="1"/>
          </p:cNvSpPr>
          <p:nvPr>
            <p:ph type="body" idx="2"/>
          </p:nvPr>
        </p:nvSpPr>
        <p:spPr>
          <a:xfrm>
            <a:off x="4939500" y="724075"/>
            <a:ext cx="3837000" cy="3695100"/>
          </a:xfrm>
          <a:prstGeom prst="rect">
            <a:avLst/>
          </a:prstGeom>
          <a:noFill/>
          <a:ln>
            <a:noFill/>
          </a:ln>
        </p:spPr>
        <p:txBody>
          <a:bodyPr spcFirstLastPara="1" wrap="square" lIns="91425" tIns="91425" rIns="91425" bIns="91425" anchor="ctr" anchorCtr="0">
            <a:noAutofit/>
          </a:bodyPr>
          <a:lstStyle>
            <a:lvl1pPr marL="457200" lvl="0" indent="-323850" algn="l">
              <a:lnSpc>
                <a:spcPct val="115000"/>
              </a:lnSpc>
              <a:spcBef>
                <a:spcPts val="0"/>
              </a:spcBef>
              <a:spcAft>
                <a:spcPts val="0"/>
              </a:spcAft>
              <a:buSzPts val="1500"/>
              <a:buChar char="●"/>
              <a:defRPr/>
            </a:lvl1pPr>
            <a:lvl2pPr marL="914400" lvl="1" indent="-311150" algn="l">
              <a:lnSpc>
                <a:spcPct val="115000"/>
              </a:lnSpc>
              <a:spcBef>
                <a:spcPts val="1600"/>
              </a:spcBef>
              <a:spcAft>
                <a:spcPts val="0"/>
              </a:spcAft>
              <a:buSzPts val="1300"/>
              <a:buChar char="○"/>
              <a:defRPr/>
            </a:lvl2pPr>
            <a:lvl3pPr marL="1371600" lvl="2" indent="-304800" algn="l">
              <a:lnSpc>
                <a:spcPct val="115000"/>
              </a:lnSpc>
              <a:spcBef>
                <a:spcPts val="1600"/>
              </a:spcBef>
              <a:spcAft>
                <a:spcPts val="0"/>
              </a:spcAft>
              <a:buSzPts val="1200"/>
              <a:buChar char="■"/>
              <a:defRPr/>
            </a:lvl3pPr>
            <a:lvl4pPr marL="1828800" lvl="3" indent="-298450" algn="l">
              <a:lnSpc>
                <a:spcPct val="115000"/>
              </a:lnSpc>
              <a:spcBef>
                <a:spcPts val="1600"/>
              </a:spcBef>
              <a:spcAft>
                <a:spcPts val="0"/>
              </a:spcAft>
              <a:buSzPts val="1100"/>
              <a:buChar char="●"/>
              <a:defRPr/>
            </a:lvl4pPr>
            <a:lvl5pPr marL="2286000" lvl="4" indent="-292100" algn="l">
              <a:lnSpc>
                <a:spcPct val="115000"/>
              </a:lnSpc>
              <a:spcBef>
                <a:spcPts val="1600"/>
              </a:spcBef>
              <a:spcAft>
                <a:spcPts val="0"/>
              </a:spcAft>
              <a:buSzPts val="1000"/>
              <a:buChar char="○"/>
              <a:defRPr/>
            </a:lvl5pPr>
            <a:lvl6pPr marL="2743200" lvl="5" indent="-285750" algn="l">
              <a:lnSpc>
                <a:spcPct val="115000"/>
              </a:lnSpc>
              <a:spcBef>
                <a:spcPts val="1600"/>
              </a:spcBef>
              <a:spcAft>
                <a:spcPts val="0"/>
              </a:spcAft>
              <a:buSzPts val="900"/>
              <a:buChar char="■"/>
              <a:defRPr/>
            </a:lvl6pPr>
            <a:lvl7pPr marL="3200400" lvl="6" indent="-279400" algn="l">
              <a:lnSpc>
                <a:spcPct val="115000"/>
              </a:lnSpc>
              <a:spcBef>
                <a:spcPts val="1600"/>
              </a:spcBef>
              <a:spcAft>
                <a:spcPts val="0"/>
              </a:spcAft>
              <a:buSzPts val="800"/>
              <a:buChar char="●"/>
              <a:defRPr/>
            </a:lvl7pPr>
            <a:lvl8pPr marL="3657600" lvl="7" indent="-273050" algn="l">
              <a:lnSpc>
                <a:spcPct val="115000"/>
              </a:lnSpc>
              <a:spcBef>
                <a:spcPts val="1600"/>
              </a:spcBef>
              <a:spcAft>
                <a:spcPts val="0"/>
              </a:spcAft>
              <a:buSzPts val="700"/>
              <a:buChar char="○"/>
              <a:defRPr/>
            </a:lvl8pPr>
            <a:lvl9pPr marL="4114800" lvl="8" indent="-266700" algn="l">
              <a:lnSpc>
                <a:spcPct val="115000"/>
              </a:lnSpc>
              <a:spcBef>
                <a:spcPts val="1600"/>
              </a:spcBef>
              <a:spcAft>
                <a:spcPts val="1600"/>
              </a:spcAft>
              <a:buSzPts val="600"/>
              <a:buChar char="■"/>
              <a:defRPr/>
            </a:lvl9pPr>
          </a:lstStyle>
          <a:p>
            <a:endParaRPr/>
          </a:p>
        </p:txBody>
      </p:sp>
      <p:sp>
        <p:nvSpPr>
          <p:cNvPr id="44" name="Google Shape;44;p9"/>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5"/>
        <p:cNvGrpSpPr/>
        <p:nvPr/>
      </p:nvGrpSpPr>
      <p:grpSpPr>
        <a:xfrm>
          <a:off x="0" y="0"/>
          <a:ext cx="0" cy="0"/>
          <a:chOff x="0" y="0"/>
          <a:chExt cx="0" cy="0"/>
        </a:xfrm>
      </p:grpSpPr>
      <p:sp>
        <p:nvSpPr>
          <p:cNvPr id="46" name="Google Shape;46;p10"/>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lank 1">
  <p:cSld name="BLANK_1">
    <p:spTree>
      <p:nvGrpSpPr>
        <p:cNvPr id="1" name="Shape 47"/>
        <p:cNvGrpSpPr/>
        <p:nvPr/>
      </p:nvGrpSpPr>
      <p:grpSpPr>
        <a:xfrm>
          <a:off x="0" y="0"/>
          <a:ext cx="0" cy="0"/>
          <a:chOff x="0" y="0"/>
          <a:chExt cx="0" cy="0"/>
        </a:xfrm>
      </p:grpSpPr>
      <p:sp>
        <p:nvSpPr>
          <p:cNvPr id="48" name="Google Shape;48;p11"/>
          <p:cNvSpPr/>
          <p:nvPr/>
        </p:nvSpPr>
        <p:spPr>
          <a:xfrm>
            <a:off x="1" y="-335"/>
            <a:ext cx="9144600" cy="5143800"/>
          </a:xfrm>
          <a:prstGeom prst="rect">
            <a:avLst/>
          </a:prstGeom>
          <a:solidFill>
            <a:srgbClr val="0E39A9"/>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pic>
        <p:nvPicPr>
          <p:cNvPr id="49" name="Google Shape;49;p11" descr="A close up of a logo&#10;&#10;Description automatically generated"/>
          <p:cNvPicPr preferRelativeResize="0"/>
          <p:nvPr/>
        </p:nvPicPr>
        <p:blipFill rotWithShape="1">
          <a:blip r:embed="rId2">
            <a:alphaModFix/>
          </a:blip>
          <a:srcRect l="42816" t="18358" r="37293" b="19149"/>
          <a:stretch/>
        </p:blipFill>
        <p:spPr>
          <a:xfrm>
            <a:off x="6052536" y="514443"/>
            <a:ext cx="2095112" cy="3703320"/>
          </a:xfrm>
          <a:prstGeom prst="rect">
            <a:avLst/>
          </a:prstGeom>
          <a:noFill/>
          <a:ln>
            <a:noFill/>
          </a:ln>
        </p:spPr>
      </p:pic>
      <p:sp>
        <p:nvSpPr>
          <p:cNvPr id="50" name="Google Shape;50;p11"/>
          <p:cNvSpPr txBox="1">
            <a:spLocks noGrp="1"/>
          </p:cNvSpPr>
          <p:nvPr>
            <p:ph type="title"/>
          </p:nvPr>
        </p:nvSpPr>
        <p:spPr>
          <a:xfrm>
            <a:off x="70129" y="6703219"/>
            <a:ext cx="15008700" cy="697800"/>
          </a:xfrm>
          <a:prstGeom prst="rect">
            <a:avLst/>
          </a:prstGeom>
          <a:noFill/>
          <a:ln>
            <a:noFill/>
          </a:ln>
        </p:spPr>
        <p:txBody>
          <a:bodyPr spcFirstLastPara="1" wrap="square" lIns="0" tIns="12850" rIns="0" bIns="0" anchor="t" anchorCtr="0">
            <a:noAutofit/>
          </a:bodyPr>
          <a:lstStyle>
            <a:lvl1pPr marR="0" lvl="0" algn="l">
              <a:lnSpc>
                <a:spcPct val="100000"/>
              </a:lnSpc>
              <a:spcBef>
                <a:spcPts val="0"/>
              </a:spcBef>
              <a:spcAft>
                <a:spcPts val="0"/>
              </a:spcAft>
              <a:buSzPts val="2200"/>
              <a:buNone/>
              <a:defRPr sz="2400" b="0" i="0" u="none" strike="noStrike" cap="none">
                <a:solidFill>
                  <a:srgbClr val="000000"/>
                </a:solidFill>
                <a:latin typeface="Arial"/>
                <a:ea typeface="Arial"/>
                <a:cs typeface="Arial"/>
                <a:sym typeface="Arial"/>
              </a:defRPr>
            </a:lvl1pPr>
            <a:lvl2pPr marR="0" lvl="1"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2pPr>
            <a:lvl3pPr marR="0" lvl="2"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3pPr>
            <a:lvl4pPr marR="0" lvl="3"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4pPr>
            <a:lvl5pPr marR="0" lvl="4"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5pPr>
            <a:lvl6pPr marR="0" lvl="5"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6pPr>
            <a:lvl7pPr marR="0" lvl="6"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7pPr>
            <a:lvl8pPr marR="0" lvl="7"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8pPr>
            <a:lvl9pPr marR="0" lvl="8"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9pPr>
          </a:lstStyle>
          <a:p>
            <a:endParaRPr/>
          </a:p>
        </p:txBody>
      </p:sp>
      <p:sp>
        <p:nvSpPr>
          <p:cNvPr id="51" name="Google Shape;51;p11"/>
          <p:cNvSpPr txBox="1"/>
          <p:nvPr/>
        </p:nvSpPr>
        <p:spPr>
          <a:xfrm>
            <a:off x="334565" y="1676232"/>
            <a:ext cx="4372800" cy="1790700"/>
          </a:xfrm>
          <a:prstGeom prst="rect">
            <a:avLst/>
          </a:prstGeom>
          <a:noFill/>
          <a:ln>
            <a:noFill/>
          </a:ln>
        </p:spPr>
        <p:txBody>
          <a:bodyPr spcFirstLastPara="1" wrap="square" lIns="68575" tIns="34275" rIns="68575" bIns="34275" anchor="ctr" anchorCtr="0">
            <a:noAutofit/>
          </a:bodyPr>
          <a:lstStyle/>
          <a:p>
            <a:pPr marL="0" marR="0" lvl="0" indent="0" algn="l" rtl="0">
              <a:lnSpc>
                <a:spcPct val="90000"/>
              </a:lnSpc>
              <a:spcBef>
                <a:spcPts val="0"/>
              </a:spcBef>
              <a:spcAft>
                <a:spcPts val="0"/>
              </a:spcAft>
              <a:buClr>
                <a:schemeClr val="dk1"/>
              </a:buClr>
              <a:buSzPts val="4500"/>
              <a:buFont typeface="Calibri"/>
              <a:buNone/>
            </a:pPr>
            <a:r>
              <a:rPr lang="en-US" sz="3300" b="0" i="0" u="none" strike="noStrike" cap="none">
                <a:solidFill>
                  <a:schemeClr val="lt1"/>
                </a:solidFill>
                <a:latin typeface="Nunito ExtraBold"/>
                <a:ea typeface="Nunito ExtraBold"/>
                <a:cs typeface="Nunito ExtraBold"/>
                <a:sym typeface="Nunito ExtraBold"/>
              </a:rPr>
              <a:t>Happy Learning !</a:t>
            </a:r>
            <a:endParaRPr sz="3300" b="0" i="0" u="none" strike="noStrike" cap="none">
              <a:solidFill>
                <a:schemeClr val="lt1"/>
              </a:solidFill>
              <a:latin typeface="Nunito ExtraBold"/>
              <a:ea typeface="Nunito ExtraBold"/>
              <a:cs typeface="Nunito ExtraBold"/>
              <a:sym typeface="Nunito ExtraBold"/>
            </a:endParaRPr>
          </a:p>
        </p:txBody>
      </p:sp>
      <p:pic>
        <p:nvPicPr>
          <p:cNvPr id="52" name="Google Shape;52;p11"/>
          <p:cNvPicPr preferRelativeResize="0"/>
          <p:nvPr/>
        </p:nvPicPr>
        <p:blipFill rotWithShape="1">
          <a:blip r:embed="rId3">
            <a:alphaModFix/>
          </a:blip>
          <a:srcRect/>
          <a:stretch/>
        </p:blipFill>
        <p:spPr>
          <a:xfrm>
            <a:off x="295874" y="683275"/>
            <a:ext cx="3757725" cy="825875"/>
          </a:xfrm>
          <a:prstGeom prst="rect">
            <a:avLst/>
          </a:prstGeom>
          <a:noFill/>
          <a:ln>
            <a:noFill/>
          </a:ln>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62"/>
        <p:cNvGrpSpPr/>
        <p:nvPr/>
      </p:nvGrpSpPr>
      <p:grpSpPr>
        <a:xfrm>
          <a:off x="0" y="0"/>
          <a:ext cx="0" cy="0"/>
          <a:chOff x="0" y="0"/>
          <a:chExt cx="0" cy="0"/>
        </a:xfrm>
      </p:grpSpPr>
      <p:sp>
        <p:nvSpPr>
          <p:cNvPr id="63" name="Google Shape;63;p13"/>
          <p:cNvSpPr txBox="1">
            <a:spLocks noGrp="1"/>
          </p:cNvSpPr>
          <p:nvPr>
            <p:ph type="title"/>
          </p:nvPr>
        </p:nvSpPr>
        <p:spPr>
          <a:xfrm>
            <a:off x="202550" y="289279"/>
            <a:ext cx="8520600" cy="5727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2200"/>
              <a:buNone/>
              <a:defRPr/>
            </a:lvl1pPr>
            <a:lvl2pPr lvl="1" algn="l">
              <a:lnSpc>
                <a:spcPct val="100000"/>
              </a:lnSpc>
              <a:spcBef>
                <a:spcPts val="0"/>
              </a:spcBef>
              <a:spcAft>
                <a:spcPts val="0"/>
              </a:spcAft>
              <a:buSzPts val="2500"/>
              <a:buNone/>
              <a:defRPr/>
            </a:lvl2pPr>
            <a:lvl3pPr lvl="2" algn="l">
              <a:lnSpc>
                <a:spcPct val="100000"/>
              </a:lnSpc>
              <a:spcBef>
                <a:spcPts val="0"/>
              </a:spcBef>
              <a:spcAft>
                <a:spcPts val="0"/>
              </a:spcAft>
              <a:buSzPts val="2500"/>
              <a:buNone/>
              <a:defRPr/>
            </a:lvl3pPr>
            <a:lvl4pPr lvl="3" algn="l">
              <a:lnSpc>
                <a:spcPct val="100000"/>
              </a:lnSpc>
              <a:spcBef>
                <a:spcPts val="0"/>
              </a:spcBef>
              <a:spcAft>
                <a:spcPts val="0"/>
              </a:spcAft>
              <a:buSzPts val="2500"/>
              <a:buNone/>
              <a:defRPr/>
            </a:lvl4pPr>
            <a:lvl5pPr lvl="4" algn="l">
              <a:lnSpc>
                <a:spcPct val="100000"/>
              </a:lnSpc>
              <a:spcBef>
                <a:spcPts val="0"/>
              </a:spcBef>
              <a:spcAft>
                <a:spcPts val="0"/>
              </a:spcAft>
              <a:buSzPts val="2500"/>
              <a:buNone/>
              <a:defRPr/>
            </a:lvl5pPr>
            <a:lvl6pPr lvl="5" algn="l">
              <a:lnSpc>
                <a:spcPct val="100000"/>
              </a:lnSpc>
              <a:spcBef>
                <a:spcPts val="0"/>
              </a:spcBef>
              <a:spcAft>
                <a:spcPts val="0"/>
              </a:spcAft>
              <a:buSzPts val="2500"/>
              <a:buNone/>
              <a:defRPr/>
            </a:lvl6pPr>
            <a:lvl7pPr lvl="6" algn="l">
              <a:lnSpc>
                <a:spcPct val="100000"/>
              </a:lnSpc>
              <a:spcBef>
                <a:spcPts val="0"/>
              </a:spcBef>
              <a:spcAft>
                <a:spcPts val="0"/>
              </a:spcAft>
              <a:buSzPts val="2500"/>
              <a:buNone/>
              <a:defRPr/>
            </a:lvl7pPr>
            <a:lvl8pPr lvl="7" algn="l">
              <a:lnSpc>
                <a:spcPct val="100000"/>
              </a:lnSpc>
              <a:spcBef>
                <a:spcPts val="0"/>
              </a:spcBef>
              <a:spcAft>
                <a:spcPts val="0"/>
              </a:spcAft>
              <a:buSzPts val="2500"/>
              <a:buNone/>
              <a:defRPr/>
            </a:lvl8pPr>
            <a:lvl9pPr lvl="8" algn="l">
              <a:lnSpc>
                <a:spcPct val="100000"/>
              </a:lnSpc>
              <a:spcBef>
                <a:spcPts val="0"/>
              </a:spcBef>
              <a:spcAft>
                <a:spcPts val="0"/>
              </a:spcAft>
              <a:buSzPts val="2500"/>
              <a:buNone/>
              <a:defRPr/>
            </a:lvl9pPr>
          </a:lstStyle>
          <a:p>
            <a:endParaRPr/>
          </a:p>
        </p:txBody>
      </p:sp>
      <p:sp>
        <p:nvSpPr>
          <p:cNvPr id="64" name="Google Shape;64;p13"/>
          <p:cNvSpPr txBox="1">
            <a:spLocks noGrp="1"/>
          </p:cNvSpPr>
          <p:nvPr>
            <p:ph type="body" idx="1"/>
          </p:nvPr>
        </p:nvSpPr>
        <p:spPr>
          <a:xfrm>
            <a:off x="202550" y="861975"/>
            <a:ext cx="8629800" cy="3706800"/>
          </a:xfrm>
          <a:prstGeom prst="rect">
            <a:avLst/>
          </a:prstGeom>
          <a:noFill/>
          <a:ln>
            <a:noFill/>
          </a:ln>
        </p:spPr>
        <p:txBody>
          <a:bodyPr spcFirstLastPara="1" wrap="square" lIns="91425" tIns="91425" rIns="91425" bIns="91425" anchor="t" anchorCtr="0">
            <a:noAutofit/>
          </a:bodyPr>
          <a:lstStyle>
            <a:lvl1pPr marL="457200" lvl="0" indent="-323850" algn="l">
              <a:lnSpc>
                <a:spcPct val="115000"/>
              </a:lnSpc>
              <a:spcBef>
                <a:spcPts val="0"/>
              </a:spcBef>
              <a:spcAft>
                <a:spcPts val="0"/>
              </a:spcAft>
              <a:buSzPts val="1500"/>
              <a:buFont typeface="Nunito"/>
              <a:buChar char="●"/>
              <a:defRPr>
                <a:latin typeface="Nunito"/>
                <a:ea typeface="Nunito"/>
                <a:cs typeface="Nunito"/>
                <a:sym typeface="Nunito"/>
              </a:defRPr>
            </a:lvl1pPr>
            <a:lvl2pPr marL="914400" lvl="1" indent="-311150" algn="l">
              <a:lnSpc>
                <a:spcPct val="115000"/>
              </a:lnSpc>
              <a:spcBef>
                <a:spcPts val="1600"/>
              </a:spcBef>
              <a:spcAft>
                <a:spcPts val="0"/>
              </a:spcAft>
              <a:buSzPts val="1300"/>
              <a:buFont typeface="Nunito"/>
              <a:buChar char="○"/>
              <a:defRPr>
                <a:latin typeface="Nunito"/>
                <a:ea typeface="Nunito"/>
                <a:cs typeface="Nunito"/>
                <a:sym typeface="Nunito"/>
              </a:defRPr>
            </a:lvl2pPr>
            <a:lvl3pPr marL="1371600" lvl="2" indent="-304800" algn="l">
              <a:lnSpc>
                <a:spcPct val="115000"/>
              </a:lnSpc>
              <a:spcBef>
                <a:spcPts val="1600"/>
              </a:spcBef>
              <a:spcAft>
                <a:spcPts val="0"/>
              </a:spcAft>
              <a:buSzPts val="1200"/>
              <a:buFont typeface="Nunito"/>
              <a:buChar char="■"/>
              <a:defRPr>
                <a:latin typeface="Nunito"/>
                <a:ea typeface="Nunito"/>
                <a:cs typeface="Nunito"/>
                <a:sym typeface="Nunito"/>
              </a:defRPr>
            </a:lvl3pPr>
            <a:lvl4pPr marL="1828800" lvl="3" indent="-298450" algn="l">
              <a:lnSpc>
                <a:spcPct val="115000"/>
              </a:lnSpc>
              <a:spcBef>
                <a:spcPts val="1600"/>
              </a:spcBef>
              <a:spcAft>
                <a:spcPts val="0"/>
              </a:spcAft>
              <a:buSzPts val="1100"/>
              <a:buFont typeface="Nunito"/>
              <a:buChar char="●"/>
              <a:defRPr>
                <a:latin typeface="Nunito"/>
                <a:ea typeface="Nunito"/>
                <a:cs typeface="Nunito"/>
                <a:sym typeface="Nunito"/>
              </a:defRPr>
            </a:lvl4pPr>
            <a:lvl5pPr marL="2286000" lvl="4" indent="-292100" algn="l">
              <a:lnSpc>
                <a:spcPct val="115000"/>
              </a:lnSpc>
              <a:spcBef>
                <a:spcPts val="1600"/>
              </a:spcBef>
              <a:spcAft>
                <a:spcPts val="0"/>
              </a:spcAft>
              <a:buSzPts val="1000"/>
              <a:buFont typeface="Nunito"/>
              <a:buChar char="○"/>
              <a:defRPr>
                <a:latin typeface="Nunito"/>
                <a:ea typeface="Nunito"/>
                <a:cs typeface="Nunito"/>
                <a:sym typeface="Nunito"/>
              </a:defRPr>
            </a:lvl5pPr>
            <a:lvl6pPr marL="2743200" lvl="5" indent="-285750" algn="l">
              <a:lnSpc>
                <a:spcPct val="115000"/>
              </a:lnSpc>
              <a:spcBef>
                <a:spcPts val="1600"/>
              </a:spcBef>
              <a:spcAft>
                <a:spcPts val="0"/>
              </a:spcAft>
              <a:buSzPts val="900"/>
              <a:buFont typeface="Nunito"/>
              <a:buChar char="■"/>
              <a:defRPr>
                <a:latin typeface="Nunito"/>
                <a:ea typeface="Nunito"/>
                <a:cs typeface="Nunito"/>
                <a:sym typeface="Nunito"/>
              </a:defRPr>
            </a:lvl6pPr>
            <a:lvl7pPr marL="3200400" lvl="6" indent="-279400" algn="l">
              <a:lnSpc>
                <a:spcPct val="115000"/>
              </a:lnSpc>
              <a:spcBef>
                <a:spcPts val="1600"/>
              </a:spcBef>
              <a:spcAft>
                <a:spcPts val="0"/>
              </a:spcAft>
              <a:buSzPts val="800"/>
              <a:buFont typeface="Nunito"/>
              <a:buChar char="●"/>
              <a:defRPr>
                <a:latin typeface="Nunito"/>
                <a:ea typeface="Nunito"/>
                <a:cs typeface="Nunito"/>
                <a:sym typeface="Nunito"/>
              </a:defRPr>
            </a:lvl7pPr>
            <a:lvl8pPr marL="3657600" lvl="7" indent="-273050" algn="l">
              <a:lnSpc>
                <a:spcPct val="115000"/>
              </a:lnSpc>
              <a:spcBef>
                <a:spcPts val="1600"/>
              </a:spcBef>
              <a:spcAft>
                <a:spcPts val="0"/>
              </a:spcAft>
              <a:buSzPts val="700"/>
              <a:buFont typeface="Nunito"/>
              <a:buChar char="○"/>
              <a:defRPr>
                <a:latin typeface="Nunito"/>
                <a:ea typeface="Nunito"/>
                <a:cs typeface="Nunito"/>
                <a:sym typeface="Nunito"/>
              </a:defRPr>
            </a:lvl8pPr>
            <a:lvl9pPr marL="4114800" lvl="8" indent="-266700" algn="l">
              <a:lnSpc>
                <a:spcPct val="115000"/>
              </a:lnSpc>
              <a:spcBef>
                <a:spcPts val="1600"/>
              </a:spcBef>
              <a:spcAft>
                <a:spcPts val="1600"/>
              </a:spcAft>
              <a:buSzPts val="600"/>
              <a:buFont typeface="Nunito"/>
              <a:buChar char="■"/>
              <a:defRPr>
                <a:latin typeface="Nunito"/>
                <a:ea typeface="Nunito"/>
                <a:cs typeface="Nunito"/>
                <a:sym typeface="Nunito"/>
              </a:defRPr>
            </a:lvl9pPr>
          </a:lstStyle>
          <a:p>
            <a:endParaRPr/>
          </a:p>
        </p:txBody>
      </p:sp>
      <p:sp>
        <p:nvSpPr>
          <p:cNvPr id="65" name="Google Shape;65;p13"/>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66"/>
        <p:cNvGrpSpPr/>
        <p:nvPr/>
      </p:nvGrpSpPr>
      <p:grpSpPr>
        <a:xfrm>
          <a:off x="0" y="0"/>
          <a:ext cx="0" cy="0"/>
          <a:chOff x="0" y="0"/>
          <a:chExt cx="0" cy="0"/>
        </a:xfrm>
      </p:grpSpPr>
      <p:sp>
        <p:nvSpPr>
          <p:cNvPr id="67" name="Google Shape;67;p14"/>
          <p:cNvSpPr txBox="1">
            <a:spLocks noGrp="1"/>
          </p:cNvSpPr>
          <p:nvPr>
            <p:ph type="ctrTitle"/>
          </p:nvPr>
        </p:nvSpPr>
        <p:spPr>
          <a:xfrm>
            <a:off x="2210208" y="744575"/>
            <a:ext cx="6622200" cy="2052600"/>
          </a:xfrm>
          <a:prstGeom prst="rect">
            <a:avLst/>
          </a:prstGeom>
          <a:noFill/>
          <a:ln>
            <a:noFill/>
          </a:ln>
        </p:spPr>
        <p:txBody>
          <a:bodyPr spcFirstLastPara="1" wrap="square" lIns="91425" tIns="91425" rIns="91425" bIns="91425" anchor="b" anchorCtr="0">
            <a:noAutofit/>
          </a:bodyPr>
          <a:lstStyle>
            <a:lvl1pPr lvl="0"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1pPr>
            <a:lvl2pPr lvl="1"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2pPr>
            <a:lvl3pPr lvl="2"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3pPr>
            <a:lvl4pPr lvl="3"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4pPr>
            <a:lvl5pPr lvl="4"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5pPr>
            <a:lvl6pPr lvl="5"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6pPr>
            <a:lvl7pPr lvl="6"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7pPr>
            <a:lvl8pPr lvl="7"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8pPr>
            <a:lvl9pPr lvl="8"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9pPr>
          </a:lstStyle>
          <a:p>
            <a:endParaRPr/>
          </a:p>
        </p:txBody>
      </p:sp>
      <p:sp>
        <p:nvSpPr>
          <p:cNvPr id="68" name="Google Shape;68;p14"/>
          <p:cNvSpPr txBox="1">
            <a:spLocks noGrp="1"/>
          </p:cNvSpPr>
          <p:nvPr>
            <p:ph type="subTitle" idx="1"/>
          </p:nvPr>
        </p:nvSpPr>
        <p:spPr>
          <a:xfrm>
            <a:off x="2210202" y="2834125"/>
            <a:ext cx="6622200" cy="7926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1pPr>
            <a:lvl2pPr lvl="1" algn="l">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2pPr>
            <a:lvl3pPr lvl="2" algn="l">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3pPr>
            <a:lvl4pPr lvl="3" algn="l">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4pPr>
            <a:lvl5pPr lvl="4" algn="l">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5pPr>
            <a:lvl6pPr lvl="5" algn="l">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6pPr>
            <a:lvl7pPr lvl="6" algn="l">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7pPr>
            <a:lvl8pPr lvl="7" algn="l">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8pPr>
            <a:lvl9pPr lvl="8" algn="l">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9pPr>
          </a:lstStyle>
          <a:p>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69"/>
        <p:cNvGrpSpPr/>
        <p:nvPr/>
      </p:nvGrpSpPr>
      <p:grpSpPr>
        <a:xfrm>
          <a:off x="0" y="0"/>
          <a:ext cx="0" cy="0"/>
          <a:chOff x="0" y="0"/>
          <a:chExt cx="0" cy="0"/>
        </a:xfrm>
      </p:grpSpPr>
      <p:sp>
        <p:nvSpPr>
          <p:cNvPr id="70" name="Google Shape;70;p15"/>
          <p:cNvSpPr txBox="1">
            <a:spLocks noGrp="1"/>
          </p:cNvSpPr>
          <p:nvPr>
            <p:ph type="title"/>
          </p:nvPr>
        </p:nvSpPr>
        <p:spPr>
          <a:xfrm>
            <a:off x="311700" y="2150850"/>
            <a:ext cx="8520600" cy="841800"/>
          </a:xfrm>
          <a:prstGeom prst="rect">
            <a:avLst/>
          </a:prstGeom>
          <a:noFill/>
          <a:ln>
            <a:noFill/>
          </a:ln>
        </p:spPr>
        <p:txBody>
          <a:bodyPr spcFirstLastPara="1" wrap="square" lIns="91425" tIns="91425" rIns="91425" bIns="91425" anchor="ctr" anchorCtr="0">
            <a:noAutofit/>
          </a:bodyPr>
          <a:lstStyle>
            <a:lvl1pPr lvl="0" algn="l">
              <a:lnSpc>
                <a:spcPct val="100000"/>
              </a:lnSpc>
              <a:spcBef>
                <a:spcPts val="0"/>
              </a:spcBef>
              <a:spcAft>
                <a:spcPts val="0"/>
              </a:spcAft>
              <a:buClr>
                <a:srgbClr val="0E39A9"/>
              </a:buClr>
              <a:buSzPts val="3600"/>
              <a:buNone/>
              <a:defRPr sz="3600">
                <a:solidFill>
                  <a:srgbClr val="0E39A9"/>
                </a:solidFill>
              </a:defRPr>
            </a:lvl1pPr>
            <a:lvl2pPr lvl="1" algn="l">
              <a:lnSpc>
                <a:spcPct val="100000"/>
              </a:lnSpc>
              <a:spcBef>
                <a:spcPts val="0"/>
              </a:spcBef>
              <a:spcAft>
                <a:spcPts val="0"/>
              </a:spcAft>
              <a:buClr>
                <a:srgbClr val="0E39A9"/>
              </a:buClr>
              <a:buSzPts val="3600"/>
              <a:buNone/>
              <a:defRPr sz="3600">
                <a:solidFill>
                  <a:srgbClr val="0E39A9"/>
                </a:solidFill>
              </a:defRPr>
            </a:lvl2pPr>
            <a:lvl3pPr lvl="2" algn="l">
              <a:lnSpc>
                <a:spcPct val="100000"/>
              </a:lnSpc>
              <a:spcBef>
                <a:spcPts val="0"/>
              </a:spcBef>
              <a:spcAft>
                <a:spcPts val="0"/>
              </a:spcAft>
              <a:buClr>
                <a:srgbClr val="0E39A9"/>
              </a:buClr>
              <a:buSzPts val="3600"/>
              <a:buNone/>
              <a:defRPr sz="3600">
                <a:solidFill>
                  <a:srgbClr val="0E39A9"/>
                </a:solidFill>
              </a:defRPr>
            </a:lvl3pPr>
            <a:lvl4pPr lvl="3" algn="l">
              <a:lnSpc>
                <a:spcPct val="100000"/>
              </a:lnSpc>
              <a:spcBef>
                <a:spcPts val="0"/>
              </a:spcBef>
              <a:spcAft>
                <a:spcPts val="0"/>
              </a:spcAft>
              <a:buClr>
                <a:srgbClr val="0E39A9"/>
              </a:buClr>
              <a:buSzPts val="3600"/>
              <a:buNone/>
              <a:defRPr sz="3600">
                <a:solidFill>
                  <a:srgbClr val="0E39A9"/>
                </a:solidFill>
              </a:defRPr>
            </a:lvl4pPr>
            <a:lvl5pPr lvl="4" algn="l">
              <a:lnSpc>
                <a:spcPct val="100000"/>
              </a:lnSpc>
              <a:spcBef>
                <a:spcPts val="0"/>
              </a:spcBef>
              <a:spcAft>
                <a:spcPts val="0"/>
              </a:spcAft>
              <a:buClr>
                <a:srgbClr val="0E39A9"/>
              </a:buClr>
              <a:buSzPts val="3600"/>
              <a:buNone/>
              <a:defRPr sz="3600">
                <a:solidFill>
                  <a:srgbClr val="0E39A9"/>
                </a:solidFill>
              </a:defRPr>
            </a:lvl5pPr>
            <a:lvl6pPr lvl="5" algn="l">
              <a:lnSpc>
                <a:spcPct val="100000"/>
              </a:lnSpc>
              <a:spcBef>
                <a:spcPts val="0"/>
              </a:spcBef>
              <a:spcAft>
                <a:spcPts val="0"/>
              </a:spcAft>
              <a:buClr>
                <a:srgbClr val="0E39A9"/>
              </a:buClr>
              <a:buSzPts val="3600"/>
              <a:buNone/>
              <a:defRPr sz="3600">
                <a:solidFill>
                  <a:srgbClr val="0E39A9"/>
                </a:solidFill>
              </a:defRPr>
            </a:lvl6pPr>
            <a:lvl7pPr lvl="6" algn="l">
              <a:lnSpc>
                <a:spcPct val="100000"/>
              </a:lnSpc>
              <a:spcBef>
                <a:spcPts val="0"/>
              </a:spcBef>
              <a:spcAft>
                <a:spcPts val="0"/>
              </a:spcAft>
              <a:buClr>
                <a:srgbClr val="0E39A9"/>
              </a:buClr>
              <a:buSzPts val="3600"/>
              <a:buNone/>
              <a:defRPr sz="3600">
                <a:solidFill>
                  <a:srgbClr val="0E39A9"/>
                </a:solidFill>
              </a:defRPr>
            </a:lvl7pPr>
            <a:lvl8pPr lvl="7" algn="l">
              <a:lnSpc>
                <a:spcPct val="100000"/>
              </a:lnSpc>
              <a:spcBef>
                <a:spcPts val="0"/>
              </a:spcBef>
              <a:spcAft>
                <a:spcPts val="0"/>
              </a:spcAft>
              <a:buClr>
                <a:srgbClr val="0E39A9"/>
              </a:buClr>
              <a:buSzPts val="3600"/>
              <a:buNone/>
              <a:defRPr sz="3600">
                <a:solidFill>
                  <a:srgbClr val="0E39A9"/>
                </a:solidFill>
              </a:defRPr>
            </a:lvl8pPr>
            <a:lvl9pPr lvl="8" algn="l">
              <a:lnSpc>
                <a:spcPct val="100000"/>
              </a:lnSpc>
              <a:spcBef>
                <a:spcPts val="0"/>
              </a:spcBef>
              <a:spcAft>
                <a:spcPts val="0"/>
              </a:spcAft>
              <a:buClr>
                <a:srgbClr val="0E39A9"/>
              </a:buClr>
              <a:buSzPts val="3600"/>
              <a:buNone/>
              <a:defRPr sz="3600">
                <a:solidFill>
                  <a:srgbClr val="0E39A9"/>
                </a:solidFill>
              </a:defRPr>
            </a:lvl9pPr>
          </a:lstStyle>
          <a:p>
            <a:endParaRPr/>
          </a:p>
        </p:txBody>
      </p:sp>
      <p:sp>
        <p:nvSpPr>
          <p:cNvPr id="71" name="Google Shape;71;p15"/>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Title and Table">
  <p:cSld name="CUSTOM">
    <p:spTree>
      <p:nvGrpSpPr>
        <p:cNvPr id="1" name="Shape 72"/>
        <p:cNvGrpSpPr/>
        <p:nvPr/>
      </p:nvGrpSpPr>
      <p:grpSpPr>
        <a:xfrm>
          <a:off x="0" y="0"/>
          <a:ext cx="0" cy="0"/>
          <a:chOff x="0" y="0"/>
          <a:chExt cx="0" cy="0"/>
        </a:xfrm>
      </p:grpSpPr>
      <p:sp>
        <p:nvSpPr>
          <p:cNvPr id="73" name="Google Shape;73;p16"/>
          <p:cNvSpPr txBox="1">
            <a:spLocks noGrp="1"/>
          </p:cNvSpPr>
          <p:nvPr>
            <p:ph type="title"/>
          </p:nvPr>
        </p:nvSpPr>
        <p:spPr>
          <a:xfrm>
            <a:off x="201972" y="288368"/>
            <a:ext cx="8520600" cy="5727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2200"/>
              <a:buNone/>
              <a:defRPr/>
            </a:lvl1pPr>
            <a:lvl2pPr lvl="1" algn="l">
              <a:lnSpc>
                <a:spcPct val="100000"/>
              </a:lnSpc>
              <a:spcBef>
                <a:spcPts val="0"/>
              </a:spcBef>
              <a:spcAft>
                <a:spcPts val="0"/>
              </a:spcAft>
              <a:buSzPts val="2500"/>
              <a:buNone/>
              <a:defRPr/>
            </a:lvl2pPr>
            <a:lvl3pPr lvl="2" algn="l">
              <a:lnSpc>
                <a:spcPct val="100000"/>
              </a:lnSpc>
              <a:spcBef>
                <a:spcPts val="0"/>
              </a:spcBef>
              <a:spcAft>
                <a:spcPts val="0"/>
              </a:spcAft>
              <a:buSzPts val="2500"/>
              <a:buNone/>
              <a:defRPr/>
            </a:lvl3pPr>
            <a:lvl4pPr lvl="3" algn="l">
              <a:lnSpc>
                <a:spcPct val="100000"/>
              </a:lnSpc>
              <a:spcBef>
                <a:spcPts val="0"/>
              </a:spcBef>
              <a:spcAft>
                <a:spcPts val="0"/>
              </a:spcAft>
              <a:buSzPts val="2500"/>
              <a:buNone/>
              <a:defRPr/>
            </a:lvl4pPr>
            <a:lvl5pPr lvl="4" algn="l">
              <a:lnSpc>
                <a:spcPct val="100000"/>
              </a:lnSpc>
              <a:spcBef>
                <a:spcPts val="0"/>
              </a:spcBef>
              <a:spcAft>
                <a:spcPts val="0"/>
              </a:spcAft>
              <a:buSzPts val="2500"/>
              <a:buNone/>
              <a:defRPr/>
            </a:lvl5pPr>
            <a:lvl6pPr lvl="5" algn="l">
              <a:lnSpc>
                <a:spcPct val="100000"/>
              </a:lnSpc>
              <a:spcBef>
                <a:spcPts val="0"/>
              </a:spcBef>
              <a:spcAft>
                <a:spcPts val="0"/>
              </a:spcAft>
              <a:buSzPts val="2500"/>
              <a:buNone/>
              <a:defRPr/>
            </a:lvl6pPr>
            <a:lvl7pPr lvl="6" algn="l">
              <a:lnSpc>
                <a:spcPct val="100000"/>
              </a:lnSpc>
              <a:spcBef>
                <a:spcPts val="0"/>
              </a:spcBef>
              <a:spcAft>
                <a:spcPts val="0"/>
              </a:spcAft>
              <a:buSzPts val="2500"/>
              <a:buNone/>
              <a:defRPr/>
            </a:lvl7pPr>
            <a:lvl8pPr lvl="7" algn="l">
              <a:lnSpc>
                <a:spcPct val="100000"/>
              </a:lnSpc>
              <a:spcBef>
                <a:spcPts val="0"/>
              </a:spcBef>
              <a:spcAft>
                <a:spcPts val="0"/>
              </a:spcAft>
              <a:buSzPts val="2500"/>
              <a:buNone/>
              <a:defRPr/>
            </a:lvl8pPr>
            <a:lvl9pPr lvl="8" algn="l">
              <a:lnSpc>
                <a:spcPct val="100000"/>
              </a:lnSpc>
              <a:spcBef>
                <a:spcPts val="0"/>
              </a:spcBef>
              <a:spcAft>
                <a:spcPts val="0"/>
              </a:spcAft>
              <a:buSzPts val="2500"/>
              <a:buNone/>
              <a:defRPr/>
            </a:lvl9pPr>
          </a:lstStyle>
          <a:p>
            <a:endParaRPr/>
          </a:p>
        </p:txBody>
      </p:sp>
      <p:graphicFrame>
        <p:nvGraphicFramePr>
          <p:cNvPr id="74" name="Google Shape;74;p16"/>
          <p:cNvGraphicFramePr/>
          <p:nvPr/>
        </p:nvGraphicFramePr>
        <p:xfrm>
          <a:off x="201942" y="833662"/>
          <a:ext cx="3000000" cy="3000000"/>
        </p:xfrm>
        <a:graphic>
          <a:graphicData uri="http://schemas.openxmlformats.org/drawingml/2006/table">
            <a:tbl>
              <a:tblPr firstRow="1" bandRow="1">
                <a:noFill/>
                <a:tableStyleId>{4CFC87C6-1A0B-40AD-94C4-E44D0AB50E7B}</a:tableStyleId>
              </a:tblPr>
              <a:tblGrid>
                <a:gridCol w="883125">
                  <a:extLst>
                    <a:ext uri="{9D8B030D-6E8A-4147-A177-3AD203B41FA5}">
                      <a16:colId xmlns:a16="http://schemas.microsoft.com/office/drawing/2014/main" val="20000"/>
                    </a:ext>
                  </a:extLst>
                </a:gridCol>
                <a:gridCol w="3886050">
                  <a:extLst>
                    <a:ext uri="{9D8B030D-6E8A-4147-A177-3AD203B41FA5}">
                      <a16:colId xmlns:a16="http://schemas.microsoft.com/office/drawing/2014/main" val="20001"/>
                    </a:ext>
                  </a:extLst>
                </a:gridCol>
                <a:gridCol w="3886050">
                  <a:extLst>
                    <a:ext uri="{9D8B030D-6E8A-4147-A177-3AD203B41FA5}">
                      <a16:colId xmlns:a16="http://schemas.microsoft.com/office/drawing/2014/main" val="20002"/>
                    </a:ext>
                  </a:extLst>
                </a:gridCol>
              </a:tblGrid>
              <a:tr h="673575">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latin typeface="Nunito"/>
                          <a:ea typeface="Nunito"/>
                          <a:cs typeface="Nunito"/>
                          <a:sym typeface="Nunito"/>
                        </a:rPr>
                        <a:t>Cluster</a:t>
                      </a:r>
                      <a:endParaRPr sz="1400" u="none" strike="noStrike" cap="none">
                        <a:latin typeface="Nunito"/>
                        <a:ea typeface="Nunito"/>
                        <a:cs typeface="Nunito"/>
                        <a:sym typeface="Nunito"/>
                      </a:endParaRPr>
                    </a:p>
                  </a:txBody>
                  <a:tcPr marL="91450" marR="91450" marT="45725" marB="45725" anchor="ctr">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latin typeface="Nunito"/>
                          <a:ea typeface="Nunito"/>
                          <a:cs typeface="Nunito"/>
                          <a:sym typeface="Nunito"/>
                        </a:rPr>
                        <a:t>Cluster Profile </a:t>
                      </a:r>
                      <a:endParaRPr sz="14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latin typeface="Nunito"/>
                          <a:ea typeface="Nunito"/>
                          <a:cs typeface="Nunito"/>
                          <a:sym typeface="Nunito"/>
                        </a:rPr>
                        <a:t>Business Insights for Marketing Team</a:t>
                      </a:r>
                      <a:endParaRPr sz="14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extLst>
                  <a:ext uri="{0D108BD9-81ED-4DB2-BD59-A6C34878D82A}">
                    <a16:rowId xmlns:a16="http://schemas.microsoft.com/office/drawing/2014/main" val="10000"/>
                  </a:ext>
                </a:extLst>
              </a:tr>
              <a:tr h="753325">
                <a:tc>
                  <a:txBody>
                    <a:bodyPr/>
                    <a:lstStyle/>
                    <a:p>
                      <a:pPr marL="0" marR="0" lvl="0" indent="0" algn="l"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1</a:t>
                      </a:r>
                      <a:endParaRPr sz="1200" u="none" strike="noStrike" cap="none">
                        <a:latin typeface="Nunito"/>
                        <a:ea typeface="Nunito"/>
                        <a:cs typeface="Nunito"/>
                        <a:sym typeface="Nunito"/>
                      </a:endParaRPr>
                    </a:p>
                  </a:txBody>
                  <a:tcPr marL="91450" marR="91450" marT="45725" marB="45725" anchor="ctr">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High value customers who have many credit cards and prefer to engage online</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Engage Online – Set up priority calling in lines – Upsell and Cross sell premium products</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extLst>
                  <a:ext uri="{0D108BD9-81ED-4DB2-BD59-A6C34878D82A}">
                    <a16:rowId xmlns:a16="http://schemas.microsoft.com/office/drawing/2014/main" val="10001"/>
                  </a:ext>
                </a:extLst>
              </a:tr>
              <a:tr h="669525">
                <a:tc>
                  <a:txBody>
                    <a:bodyPr/>
                    <a:lstStyle/>
                    <a:p>
                      <a:pPr marL="0" marR="0" lvl="0" indent="0" algn="l"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2</a:t>
                      </a:r>
                      <a:endParaRPr sz="1200" u="none" strike="noStrike" cap="none">
                        <a:latin typeface="Nunito"/>
                        <a:ea typeface="Nunito"/>
                        <a:cs typeface="Nunito"/>
                        <a:sym typeface="Nunito"/>
                      </a:endParaRPr>
                    </a:p>
                  </a:txBody>
                  <a:tcPr marL="91450" marR="91450" marT="45725" marB="45725" anchor="ctr">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US" sz="1200" u="none" strike="noStrike" cap="none" baseline="30000">
                          <a:latin typeface="Nunito"/>
                          <a:ea typeface="Nunito"/>
                          <a:cs typeface="Nunito"/>
                          <a:sym typeface="Nunito"/>
                        </a:rPr>
                        <a:t>…</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extLst>
                  <a:ext uri="{0D108BD9-81ED-4DB2-BD59-A6C34878D82A}">
                    <a16:rowId xmlns:a16="http://schemas.microsoft.com/office/drawing/2014/main" val="10002"/>
                  </a:ext>
                </a:extLst>
              </a:tr>
              <a:tr h="669525">
                <a:tc>
                  <a:txBody>
                    <a:bodyPr/>
                    <a:lstStyle/>
                    <a:p>
                      <a:pPr marL="0" marR="0" lvl="0" indent="0" algn="l"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3</a:t>
                      </a:r>
                      <a:endParaRPr sz="1200" u="none" strike="noStrike" cap="none">
                        <a:latin typeface="Nunito"/>
                        <a:ea typeface="Nunito"/>
                        <a:cs typeface="Nunito"/>
                        <a:sym typeface="Nunito"/>
                      </a:endParaRPr>
                    </a:p>
                  </a:txBody>
                  <a:tcPr marL="91450" marR="91450" marT="45725" marB="45725" anchor="ctr">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extLst>
                  <a:ext uri="{0D108BD9-81ED-4DB2-BD59-A6C34878D82A}">
                    <a16:rowId xmlns:a16="http://schemas.microsoft.com/office/drawing/2014/main" val="10003"/>
                  </a:ext>
                </a:extLst>
              </a:tr>
              <a:tr h="669525">
                <a:tc>
                  <a:txBody>
                    <a:bodyPr/>
                    <a:lstStyle/>
                    <a:p>
                      <a:pPr marL="0" marR="0" lvl="0" indent="0" algn="l" rtl="0">
                        <a:lnSpc>
                          <a:spcPct val="100000"/>
                        </a:lnSpc>
                        <a:spcBef>
                          <a:spcPts val="0"/>
                        </a:spcBef>
                        <a:spcAft>
                          <a:spcPts val="0"/>
                        </a:spcAft>
                        <a:buClr>
                          <a:srgbClr val="000000"/>
                        </a:buClr>
                        <a:buSzPts val="1200"/>
                        <a:buFont typeface="Arial"/>
                        <a:buNone/>
                      </a:pPr>
                      <a:endParaRPr sz="1200" u="none" strike="noStrike" cap="none">
                        <a:latin typeface="Nunito"/>
                        <a:ea typeface="Nunito"/>
                        <a:cs typeface="Nunito"/>
                        <a:sym typeface="Nunito"/>
                      </a:endParaRPr>
                    </a:p>
                  </a:txBody>
                  <a:tcPr marL="91450" marR="91450" marT="45725" marB="45725" anchor="ctr">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extLst>
                  <a:ext uri="{0D108BD9-81ED-4DB2-BD59-A6C34878D82A}">
                    <a16:rowId xmlns:a16="http://schemas.microsoft.com/office/drawing/2014/main" val="10004"/>
                  </a:ext>
                </a:extLst>
              </a:tr>
            </a:tbl>
          </a:graphicData>
        </a:graphic>
      </p:graphicFrame>
      <p:sp>
        <p:nvSpPr>
          <p:cNvPr id="75" name="Google Shape;75;p16"/>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76"/>
        <p:cNvGrpSpPr/>
        <p:nvPr/>
      </p:nvGrpSpPr>
      <p:grpSpPr>
        <a:xfrm>
          <a:off x="0" y="0"/>
          <a:ext cx="0" cy="0"/>
          <a:chOff x="0" y="0"/>
          <a:chExt cx="0" cy="0"/>
        </a:xfrm>
      </p:grpSpPr>
      <p:sp>
        <p:nvSpPr>
          <p:cNvPr id="77" name="Google Shape;77;p17"/>
          <p:cNvSpPr txBox="1">
            <a:spLocks noGrp="1"/>
          </p:cNvSpPr>
          <p:nvPr>
            <p:ph type="title"/>
          </p:nvPr>
        </p:nvSpPr>
        <p:spPr>
          <a:xfrm>
            <a:off x="201972" y="288368"/>
            <a:ext cx="8520600" cy="5727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2200"/>
              <a:buNone/>
              <a:defRPr/>
            </a:lvl1pPr>
            <a:lvl2pPr lvl="1" algn="l">
              <a:lnSpc>
                <a:spcPct val="100000"/>
              </a:lnSpc>
              <a:spcBef>
                <a:spcPts val="0"/>
              </a:spcBef>
              <a:spcAft>
                <a:spcPts val="0"/>
              </a:spcAft>
              <a:buSzPts val="2500"/>
              <a:buNone/>
              <a:defRPr/>
            </a:lvl2pPr>
            <a:lvl3pPr lvl="2" algn="l">
              <a:lnSpc>
                <a:spcPct val="100000"/>
              </a:lnSpc>
              <a:spcBef>
                <a:spcPts val="0"/>
              </a:spcBef>
              <a:spcAft>
                <a:spcPts val="0"/>
              </a:spcAft>
              <a:buSzPts val="2500"/>
              <a:buNone/>
              <a:defRPr/>
            </a:lvl3pPr>
            <a:lvl4pPr lvl="3" algn="l">
              <a:lnSpc>
                <a:spcPct val="100000"/>
              </a:lnSpc>
              <a:spcBef>
                <a:spcPts val="0"/>
              </a:spcBef>
              <a:spcAft>
                <a:spcPts val="0"/>
              </a:spcAft>
              <a:buSzPts val="2500"/>
              <a:buNone/>
              <a:defRPr/>
            </a:lvl4pPr>
            <a:lvl5pPr lvl="4" algn="l">
              <a:lnSpc>
                <a:spcPct val="100000"/>
              </a:lnSpc>
              <a:spcBef>
                <a:spcPts val="0"/>
              </a:spcBef>
              <a:spcAft>
                <a:spcPts val="0"/>
              </a:spcAft>
              <a:buSzPts val="2500"/>
              <a:buNone/>
              <a:defRPr/>
            </a:lvl5pPr>
            <a:lvl6pPr lvl="5" algn="l">
              <a:lnSpc>
                <a:spcPct val="100000"/>
              </a:lnSpc>
              <a:spcBef>
                <a:spcPts val="0"/>
              </a:spcBef>
              <a:spcAft>
                <a:spcPts val="0"/>
              </a:spcAft>
              <a:buSzPts val="2500"/>
              <a:buNone/>
              <a:defRPr/>
            </a:lvl6pPr>
            <a:lvl7pPr lvl="6" algn="l">
              <a:lnSpc>
                <a:spcPct val="100000"/>
              </a:lnSpc>
              <a:spcBef>
                <a:spcPts val="0"/>
              </a:spcBef>
              <a:spcAft>
                <a:spcPts val="0"/>
              </a:spcAft>
              <a:buSzPts val="2500"/>
              <a:buNone/>
              <a:defRPr/>
            </a:lvl7pPr>
            <a:lvl8pPr lvl="7" algn="l">
              <a:lnSpc>
                <a:spcPct val="100000"/>
              </a:lnSpc>
              <a:spcBef>
                <a:spcPts val="0"/>
              </a:spcBef>
              <a:spcAft>
                <a:spcPts val="0"/>
              </a:spcAft>
              <a:buSzPts val="2500"/>
              <a:buNone/>
              <a:defRPr/>
            </a:lvl8pPr>
            <a:lvl9pPr lvl="8" algn="l">
              <a:lnSpc>
                <a:spcPct val="100000"/>
              </a:lnSpc>
              <a:spcBef>
                <a:spcPts val="0"/>
              </a:spcBef>
              <a:spcAft>
                <a:spcPts val="0"/>
              </a:spcAft>
              <a:buSzPts val="2500"/>
              <a:buNone/>
              <a:defRPr/>
            </a:lvl9pPr>
          </a:lstStyle>
          <a:p>
            <a:endParaRPr/>
          </a:p>
        </p:txBody>
      </p:sp>
      <p:sp>
        <p:nvSpPr>
          <p:cNvPr id="78" name="Google Shape;78;p17"/>
          <p:cNvSpPr txBox="1">
            <a:spLocks noGrp="1"/>
          </p:cNvSpPr>
          <p:nvPr>
            <p:ph type="body" idx="1"/>
          </p:nvPr>
        </p:nvSpPr>
        <p:spPr>
          <a:xfrm>
            <a:off x="311700" y="1152475"/>
            <a:ext cx="3999900" cy="3416400"/>
          </a:xfrm>
          <a:prstGeom prst="rect">
            <a:avLst/>
          </a:prstGeom>
          <a:noFill/>
          <a:ln>
            <a:noFill/>
          </a:ln>
        </p:spPr>
        <p:txBody>
          <a:bodyPr spcFirstLastPara="1" wrap="square" lIns="91425" tIns="91425" rIns="91425" bIns="91425" anchor="t" anchorCtr="0">
            <a:no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1600"/>
              </a:spcBef>
              <a:spcAft>
                <a:spcPts val="0"/>
              </a:spcAft>
              <a:buSzPts val="1200"/>
              <a:buChar char="○"/>
              <a:defRPr sz="1200"/>
            </a:lvl2pPr>
            <a:lvl3pPr marL="1371600" lvl="2" indent="-304800" algn="l">
              <a:lnSpc>
                <a:spcPct val="115000"/>
              </a:lnSpc>
              <a:spcBef>
                <a:spcPts val="1600"/>
              </a:spcBef>
              <a:spcAft>
                <a:spcPts val="0"/>
              </a:spcAft>
              <a:buSzPts val="1200"/>
              <a:buChar char="■"/>
              <a:defRPr sz="1200"/>
            </a:lvl3pPr>
            <a:lvl4pPr marL="1828800" lvl="3" indent="-304800" algn="l">
              <a:lnSpc>
                <a:spcPct val="115000"/>
              </a:lnSpc>
              <a:spcBef>
                <a:spcPts val="1600"/>
              </a:spcBef>
              <a:spcAft>
                <a:spcPts val="0"/>
              </a:spcAft>
              <a:buSzPts val="1200"/>
              <a:buChar char="●"/>
              <a:defRPr sz="1200"/>
            </a:lvl4pPr>
            <a:lvl5pPr marL="2286000" lvl="4" indent="-304800" algn="l">
              <a:lnSpc>
                <a:spcPct val="115000"/>
              </a:lnSpc>
              <a:spcBef>
                <a:spcPts val="1600"/>
              </a:spcBef>
              <a:spcAft>
                <a:spcPts val="0"/>
              </a:spcAft>
              <a:buSzPts val="1200"/>
              <a:buChar char="○"/>
              <a:defRPr sz="1200"/>
            </a:lvl5pPr>
            <a:lvl6pPr marL="2743200" lvl="5" indent="-304800" algn="l">
              <a:lnSpc>
                <a:spcPct val="115000"/>
              </a:lnSpc>
              <a:spcBef>
                <a:spcPts val="1600"/>
              </a:spcBef>
              <a:spcAft>
                <a:spcPts val="0"/>
              </a:spcAft>
              <a:buSzPts val="1200"/>
              <a:buChar char="■"/>
              <a:defRPr sz="1200"/>
            </a:lvl6pPr>
            <a:lvl7pPr marL="3200400" lvl="6" indent="-304800" algn="l">
              <a:lnSpc>
                <a:spcPct val="115000"/>
              </a:lnSpc>
              <a:spcBef>
                <a:spcPts val="1600"/>
              </a:spcBef>
              <a:spcAft>
                <a:spcPts val="0"/>
              </a:spcAft>
              <a:buSzPts val="1200"/>
              <a:buChar char="●"/>
              <a:defRPr sz="1200"/>
            </a:lvl7pPr>
            <a:lvl8pPr marL="3657600" lvl="7" indent="-304800" algn="l">
              <a:lnSpc>
                <a:spcPct val="115000"/>
              </a:lnSpc>
              <a:spcBef>
                <a:spcPts val="1600"/>
              </a:spcBef>
              <a:spcAft>
                <a:spcPts val="0"/>
              </a:spcAft>
              <a:buSzPts val="1200"/>
              <a:buChar char="○"/>
              <a:defRPr sz="1200"/>
            </a:lvl8pPr>
            <a:lvl9pPr marL="4114800" lvl="8" indent="-304800" algn="l">
              <a:lnSpc>
                <a:spcPct val="115000"/>
              </a:lnSpc>
              <a:spcBef>
                <a:spcPts val="1600"/>
              </a:spcBef>
              <a:spcAft>
                <a:spcPts val="1600"/>
              </a:spcAft>
              <a:buSzPts val="1200"/>
              <a:buChar char="■"/>
              <a:defRPr sz="1200"/>
            </a:lvl9pPr>
          </a:lstStyle>
          <a:p>
            <a:endParaRPr/>
          </a:p>
        </p:txBody>
      </p:sp>
      <p:sp>
        <p:nvSpPr>
          <p:cNvPr id="79" name="Google Shape;79;p17"/>
          <p:cNvSpPr txBox="1">
            <a:spLocks noGrp="1"/>
          </p:cNvSpPr>
          <p:nvPr>
            <p:ph type="body" idx="2"/>
          </p:nvPr>
        </p:nvSpPr>
        <p:spPr>
          <a:xfrm>
            <a:off x="4832400" y="1152475"/>
            <a:ext cx="3999900" cy="3416400"/>
          </a:xfrm>
          <a:prstGeom prst="rect">
            <a:avLst/>
          </a:prstGeom>
          <a:noFill/>
          <a:ln>
            <a:noFill/>
          </a:ln>
        </p:spPr>
        <p:txBody>
          <a:bodyPr spcFirstLastPara="1" wrap="square" lIns="91425" tIns="91425" rIns="91425" bIns="91425" anchor="t" anchorCtr="0">
            <a:no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1600"/>
              </a:spcBef>
              <a:spcAft>
                <a:spcPts val="0"/>
              </a:spcAft>
              <a:buSzPts val="1200"/>
              <a:buChar char="○"/>
              <a:defRPr sz="1200"/>
            </a:lvl2pPr>
            <a:lvl3pPr marL="1371600" lvl="2" indent="-304800" algn="l">
              <a:lnSpc>
                <a:spcPct val="115000"/>
              </a:lnSpc>
              <a:spcBef>
                <a:spcPts val="1600"/>
              </a:spcBef>
              <a:spcAft>
                <a:spcPts val="0"/>
              </a:spcAft>
              <a:buSzPts val="1200"/>
              <a:buChar char="■"/>
              <a:defRPr sz="1200"/>
            </a:lvl3pPr>
            <a:lvl4pPr marL="1828800" lvl="3" indent="-304800" algn="l">
              <a:lnSpc>
                <a:spcPct val="115000"/>
              </a:lnSpc>
              <a:spcBef>
                <a:spcPts val="1600"/>
              </a:spcBef>
              <a:spcAft>
                <a:spcPts val="0"/>
              </a:spcAft>
              <a:buSzPts val="1200"/>
              <a:buChar char="●"/>
              <a:defRPr sz="1200"/>
            </a:lvl4pPr>
            <a:lvl5pPr marL="2286000" lvl="4" indent="-304800" algn="l">
              <a:lnSpc>
                <a:spcPct val="115000"/>
              </a:lnSpc>
              <a:spcBef>
                <a:spcPts val="1600"/>
              </a:spcBef>
              <a:spcAft>
                <a:spcPts val="0"/>
              </a:spcAft>
              <a:buSzPts val="1200"/>
              <a:buChar char="○"/>
              <a:defRPr sz="1200"/>
            </a:lvl5pPr>
            <a:lvl6pPr marL="2743200" lvl="5" indent="-304800" algn="l">
              <a:lnSpc>
                <a:spcPct val="115000"/>
              </a:lnSpc>
              <a:spcBef>
                <a:spcPts val="1600"/>
              </a:spcBef>
              <a:spcAft>
                <a:spcPts val="0"/>
              </a:spcAft>
              <a:buSzPts val="1200"/>
              <a:buChar char="■"/>
              <a:defRPr sz="1200"/>
            </a:lvl6pPr>
            <a:lvl7pPr marL="3200400" lvl="6" indent="-304800" algn="l">
              <a:lnSpc>
                <a:spcPct val="115000"/>
              </a:lnSpc>
              <a:spcBef>
                <a:spcPts val="1600"/>
              </a:spcBef>
              <a:spcAft>
                <a:spcPts val="0"/>
              </a:spcAft>
              <a:buSzPts val="1200"/>
              <a:buChar char="●"/>
              <a:defRPr sz="1200"/>
            </a:lvl7pPr>
            <a:lvl8pPr marL="3657600" lvl="7" indent="-304800" algn="l">
              <a:lnSpc>
                <a:spcPct val="115000"/>
              </a:lnSpc>
              <a:spcBef>
                <a:spcPts val="1600"/>
              </a:spcBef>
              <a:spcAft>
                <a:spcPts val="0"/>
              </a:spcAft>
              <a:buSzPts val="1200"/>
              <a:buChar char="○"/>
              <a:defRPr sz="1200"/>
            </a:lvl8pPr>
            <a:lvl9pPr marL="4114800" lvl="8" indent="-304800" algn="l">
              <a:lnSpc>
                <a:spcPct val="115000"/>
              </a:lnSpc>
              <a:spcBef>
                <a:spcPts val="1600"/>
              </a:spcBef>
              <a:spcAft>
                <a:spcPts val="1600"/>
              </a:spcAft>
              <a:buSzPts val="1200"/>
              <a:buChar char="■"/>
              <a:defRPr sz="1200"/>
            </a:lvl9pPr>
          </a:lstStyle>
          <a:p>
            <a:endParaRPr/>
          </a:p>
        </p:txBody>
      </p:sp>
      <p:sp>
        <p:nvSpPr>
          <p:cNvPr id="80" name="Google Shape;80;p17"/>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81"/>
        <p:cNvGrpSpPr/>
        <p:nvPr/>
      </p:nvGrpSpPr>
      <p:grpSpPr>
        <a:xfrm>
          <a:off x="0" y="0"/>
          <a:ext cx="0" cy="0"/>
          <a:chOff x="0" y="0"/>
          <a:chExt cx="0" cy="0"/>
        </a:xfrm>
      </p:grpSpPr>
      <p:sp>
        <p:nvSpPr>
          <p:cNvPr id="82" name="Google Shape;82;p18"/>
          <p:cNvSpPr txBox="1">
            <a:spLocks noGrp="1"/>
          </p:cNvSpPr>
          <p:nvPr>
            <p:ph type="title"/>
          </p:nvPr>
        </p:nvSpPr>
        <p:spPr>
          <a:xfrm>
            <a:off x="201972" y="288368"/>
            <a:ext cx="8520600" cy="5727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2200"/>
              <a:buNone/>
              <a:defRPr/>
            </a:lvl1pPr>
            <a:lvl2pPr lvl="1" algn="l">
              <a:lnSpc>
                <a:spcPct val="100000"/>
              </a:lnSpc>
              <a:spcBef>
                <a:spcPts val="0"/>
              </a:spcBef>
              <a:spcAft>
                <a:spcPts val="0"/>
              </a:spcAft>
              <a:buSzPts val="2500"/>
              <a:buNone/>
              <a:defRPr/>
            </a:lvl2pPr>
            <a:lvl3pPr lvl="2" algn="l">
              <a:lnSpc>
                <a:spcPct val="100000"/>
              </a:lnSpc>
              <a:spcBef>
                <a:spcPts val="0"/>
              </a:spcBef>
              <a:spcAft>
                <a:spcPts val="0"/>
              </a:spcAft>
              <a:buSzPts val="2500"/>
              <a:buNone/>
              <a:defRPr/>
            </a:lvl3pPr>
            <a:lvl4pPr lvl="3" algn="l">
              <a:lnSpc>
                <a:spcPct val="100000"/>
              </a:lnSpc>
              <a:spcBef>
                <a:spcPts val="0"/>
              </a:spcBef>
              <a:spcAft>
                <a:spcPts val="0"/>
              </a:spcAft>
              <a:buSzPts val="2500"/>
              <a:buNone/>
              <a:defRPr/>
            </a:lvl4pPr>
            <a:lvl5pPr lvl="4" algn="l">
              <a:lnSpc>
                <a:spcPct val="100000"/>
              </a:lnSpc>
              <a:spcBef>
                <a:spcPts val="0"/>
              </a:spcBef>
              <a:spcAft>
                <a:spcPts val="0"/>
              </a:spcAft>
              <a:buSzPts val="2500"/>
              <a:buNone/>
              <a:defRPr/>
            </a:lvl5pPr>
            <a:lvl6pPr lvl="5" algn="l">
              <a:lnSpc>
                <a:spcPct val="100000"/>
              </a:lnSpc>
              <a:spcBef>
                <a:spcPts val="0"/>
              </a:spcBef>
              <a:spcAft>
                <a:spcPts val="0"/>
              </a:spcAft>
              <a:buSzPts val="2500"/>
              <a:buNone/>
              <a:defRPr/>
            </a:lvl6pPr>
            <a:lvl7pPr lvl="6" algn="l">
              <a:lnSpc>
                <a:spcPct val="100000"/>
              </a:lnSpc>
              <a:spcBef>
                <a:spcPts val="0"/>
              </a:spcBef>
              <a:spcAft>
                <a:spcPts val="0"/>
              </a:spcAft>
              <a:buSzPts val="2500"/>
              <a:buNone/>
              <a:defRPr/>
            </a:lvl7pPr>
            <a:lvl8pPr lvl="7" algn="l">
              <a:lnSpc>
                <a:spcPct val="100000"/>
              </a:lnSpc>
              <a:spcBef>
                <a:spcPts val="0"/>
              </a:spcBef>
              <a:spcAft>
                <a:spcPts val="0"/>
              </a:spcAft>
              <a:buSzPts val="2500"/>
              <a:buNone/>
              <a:defRPr/>
            </a:lvl8pPr>
            <a:lvl9pPr lvl="8" algn="l">
              <a:lnSpc>
                <a:spcPct val="100000"/>
              </a:lnSpc>
              <a:spcBef>
                <a:spcPts val="0"/>
              </a:spcBef>
              <a:spcAft>
                <a:spcPts val="0"/>
              </a:spcAft>
              <a:buSzPts val="2500"/>
              <a:buNone/>
              <a:defRPr/>
            </a:lvl9pPr>
          </a:lstStyle>
          <a:p>
            <a:endParaRPr/>
          </a:p>
        </p:txBody>
      </p:sp>
      <p:sp>
        <p:nvSpPr>
          <p:cNvPr id="83" name="Google Shape;83;p18"/>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84"/>
        <p:cNvGrpSpPr/>
        <p:nvPr/>
      </p:nvGrpSpPr>
      <p:grpSpPr>
        <a:xfrm>
          <a:off x="0" y="0"/>
          <a:ext cx="0" cy="0"/>
          <a:chOff x="0" y="0"/>
          <a:chExt cx="0" cy="0"/>
        </a:xfrm>
      </p:grpSpPr>
      <p:sp>
        <p:nvSpPr>
          <p:cNvPr id="85" name="Google Shape;85;p19"/>
          <p:cNvSpPr txBox="1">
            <a:spLocks noGrp="1"/>
          </p:cNvSpPr>
          <p:nvPr>
            <p:ph type="title"/>
          </p:nvPr>
        </p:nvSpPr>
        <p:spPr>
          <a:xfrm>
            <a:off x="490250" y="450150"/>
            <a:ext cx="6367800" cy="4090800"/>
          </a:xfrm>
          <a:prstGeom prst="rect">
            <a:avLst/>
          </a:prstGeom>
          <a:noFill/>
          <a:ln>
            <a:noFill/>
          </a:ln>
        </p:spPr>
        <p:txBody>
          <a:bodyPr spcFirstLastPara="1" wrap="square" lIns="91425" tIns="91425" rIns="91425" bIns="91425" anchor="ctr" anchorCtr="0">
            <a:noAutofit/>
          </a:bodyPr>
          <a:lstStyle>
            <a:lvl1pPr lvl="0" algn="l">
              <a:lnSpc>
                <a:spcPct val="100000"/>
              </a:lnSpc>
              <a:spcBef>
                <a:spcPts val="0"/>
              </a:spcBef>
              <a:spcAft>
                <a:spcPts val="0"/>
              </a:spcAft>
              <a:buSzPts val="4800"/>
              <a:buNone/>
              <a:defRPr sz="4800"/>
            </a:lvl1pPr>
            <a:lvl2pPr lvl="1" algn="l">
              <a:lnSpc>
                <a:spcPct val="100000"/>
              </a:lnSpc>
              <a:spcBef>
                <a:spcPts val="0"/>
              </a:spcBef>
              <a:spcAft>
                <a:spcPts val="0"/>
              </a:spcAft>
              <a:buSzPts val="4800"/>
              <a:buNone/>
              <a:defRPr sz="4800"/>
            </a:lvl2pPr>
            <a:lvl3pPr lvl="2" algn="l">
              <a:lnSpc>
                <a:spcPct val="100000"/>
              </a:lnSpc>
              <a:spcBef>
                <a:spcPts val="0"/>
              </a:spcBef>
              <a:spcAft>
                <a:spcPts val="0"/>
              </a:spcAft>
              <a:buSzPts val="4800"/>
              <a:buNone/>
              <a:defRPr sz="4800"/>
            </a:lvl3pPr>
            <a:lvl4pPr lvl="3" algn="l">
              <a:lnSpc>
                <a:spcPct val="100000"/>
              </a:lnSpc>
              <a:spcBef>
                <a:spcPts val="0"/>
              </a:spcBef>
              <a:spcAft>
                <a:spcPts val="0"/>
              </a:spcAft>
              <a:buSzPts val="4800"/>
              <a:buNone/>
              <a:defRPr sz="4800"/>
            </a:lvl4pPr>
            <a:lvl5pPr lvl="4" algn="l">
              <a:lnSpc>
                <a:spcPct val="100000"/>
              </a:lnSpc>
              <a:spcBef>
                <a:spcPts val="0"/>
              </a:spcBef>
              <a:spcAft>
                <a:spcPts val="0"/>
              </a:spcAft>
              <a:buSzPts val="4800"/>
              <a:buNone/>
              <a:defRPr sz="4800"/>
            </a:lvl5pPr>
            <a:lvl6pPr lvl="5" algn="l">
              <a:lnSpc>
                <a:spcPct val="100000"/>
              </a:lnSpc>
              <a:spcBef>
                <a:spcPts val="0"/>
              </a:spcBef>
              <a:spcAft>
                <a:spcPts val="0"/>
              </a:spcAft>
              <a:buSzPts val="4800"/>
              <a:buNone/>
              <a:defRPr sz="4800"/>
            </a:lvl6pPr>
            <a:lvl7pPr lvl="6" algn="l">
              <a:lnSpc>
                <a:spcPct val="100000"/>
              </a:lnSpc>
              <a:spcBef>
                <a:spcPts val="0"/>
              </a:spcBef>
              <a:spcAft>
                <a:spcPts val="0"/>
              </a:spcAft>
              <a:buSzPts val="4800"/>
              <a:buNone/>
              <a:defRPr sz="4800"/>
            </a:lvl7pPr>
            <a:lvl8pPr lvl="7" algn="l">
              <a:lnSpc>
                <a:spcPct val="100000"/>
              </a:lnSpc>
              <a:spcBef>
                <a:spcPts val="0"/>
              </a:spcBef>
              <a:spcAft>
                <a:spcPts val="0"/>
              </a:spcAft>
              <a:buSzPts val="4800"/>
              <a:buNone/>
              <a:defRPr sz="4800"/>
            </a:lvl8pPr>
            <a:lvl9pPr lvl="8" algn="l">
              <a:lnSpc>
                <a:spcPct val="100000"/>
              </a:lnSpc>
              <a:spcBef>
                <a:spcPts val="0"/>
              </a:spcBef>
              <a:spcAft>
                <a:spcPts val="0"/>
              </a:spcAft>
              <a:buSzPts val="4800"/>
              <a:buNone/>
              <a:defRPr sz="4800"/>
            </a:lvl9pPr>
          </a:lstStyle>
          <a:p>
            <a:endParaRPr/>
          </a:p>
        </p:txBody>
      </p:sp>
      <p:sp>
        <p:nvSpPr>
          <p:cNvPr id="86" name="Google Shape;86;p19"/>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87"/>
        <p:cNvGrpSpPr/>
        <p:nvPr/>
      </p:nvGrpSpPr>
      <p:grpSpPr>
        <a:xfrm>
          <a:off x="0" y="0"/>
          <a:ext cx="0" cy="0"/>
          <a:chOff x="0" y="0"/>
          <a:chExt cx="0" cy="0"/>
        </a:xfrm>
      </p:grpSpPr>
      <p:sp>
        <p:nvSpPr>
          <p:cNvPr id="88" name="Google Shape;88;p20"/>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9" name="Google Shape;89;p20"/>
          <p:cNvSpPr txBox="1">
            <a:spLocks noGrp="1"/>
          </p:cNvSpPr>
          <p:nvPr>
            <p:ph type="title"/>
          </p:nvPr>
        </p:nvSpPr>
        <p:spPr>
          <a:xfrm>
            <a:off x="265500" y="1233175"/>
            <a:ext cx="4045200" cy="1482300"/>
          </a:xfrm>
          <a:prstGeom prst="rect">
            <a:avLst/>
          </a:prstGeom>
          <a:noFill/>
          <a:ln>
            <a:noFill/>
          </a:ln>
        </p:spPr>
        <p:txBody>
          <a:bodyPr spcFirstLastPara="1" wrap="square" lIns="91425" tIns="91425" rIns="91425" bIns="91425" anchor="b" anchorCtr="0">
            <a:noAutofit/>
          </a:bodyPr>
          <a:lstStyle>
            <a:lvl1pPr lvl="0" algn="ctr">
              <a:lnSpc>
                <a:spcPct val="100000"/>
              </a:lnSpc>
              <a:spcBef>
                <a:spcPts val="0"/>
              </a:spcBef>
              <a:spcAft>
                <a:spcPts val="0"/>
              </a:spcAft>
              <a:buSzPts val="4200"/>
              <a:buNone/>
              <a:defRPr sz="4200"/>
            </a:lvl1pPr>
            <a:lvl2pPr lvl="1" algn="ctr">
              <a:lnSpc>
                <a:spcPct val="100000"/>
              </a:lnSpc>
              <a:spcBef>
                <a:spcPts val="0"/>
              </a:spcBef>
              <a:spcAft>
                <a:spcPts val="0"/>
              </a:spcAft>
              <a:buSzPts val="4200"/>
              <a:buNone/>
              <a:defRPr sz="4200"/>
            </a:lvl2pPr>
            <a:lvl3pPr lvl="2" algn="ctr">
              <a:lnSpc>
                <a:spcPct val="100000"/>
              </a:lnSpc>
              <a:spcBef>
                <a:spcPts val="0"/>
              </a:spcBef>
              <a:spcAft>
                <a:spcPts val="0"/>
              </a:spcAft>
              <a:buSzPts val="4200"/>
              <a:buNone/>
              <a:defRPr sz="4200"/>
            </a:lvl3pPr>
            <a:lvl4pPr lvl="3" algn="ctr">
              <a:lnSpc>
                <a:spcPct val="100000"/>
              </a:lnSpc>
              <a:spcBef>
                <a:spcPts val="0"/>
              </a:spcBef>
              <a:spcAft>
                <a:spcPts val="0"/>
              </a:spcAft>
              <a:buSzPts val="4200"/>
              <a:buNone/>
              <a:defRPr sz="4200"/>
            </a:lvl4pPr>
            <a:lvl5pPr lvl="4" algn="ctr">
              <a:lnSpc>
                <a:spcPct val="100000"/>
              </a:lnSpc>
              <a:spcBef>
                <a:spcPts val="0"/>
              </a:spcBef>
              <a:spcAft>
                <a:spcPts val="0"/>
              </a:spcAft>
              <a:buSzPts val="4200"/>
              <a:buNone/>
              <a:defRPr sz="4200"/>
            </a:lvl5pPr>
            <a:lvl6pPr lvl="5" algn="ctr">
              <a:lnSpc>
                <a:spcPct val="100000"/>
              </a:lnSpc>
              <a:spcBef>
                <a:spcPts val="0"/>
              </a:spcBef>
              <a:spcAft>
                <a:spcPts val="0"/>
              </a:spcAft>
              <a:buSzPts val="4200"/>
              <a:buNone/>
              <a:defRPr sz="4200"/>
            </a:lvl6pPr>
            <a:lvl7pPr lvl="6" algn="ctr">
              <a:lnSpc>
                <a:spcPct val="100000"/>
              </a:lnSpc>
              <a:spcBef>
                <a:spcPts val="0"/>
              </a:spcBef>
              <a:spcAft>
                <a:spcPts val="0"/>
              </a:spcAft>
              <a:buSzPts val="4200"/>
              <a:buNone/>
              <a:defRPr sz="4200"/>
            </a:lvl7pPr>
            <a:lvl8pPr lvl="7" algn="ctr">
              <a:lnSpc>
                <a:spcPct val="100000"/>
              </a:lnSpc>
              <a:spcBef>
                <a:spcPts val="0"/>
              </a:spcBef>
              <a:spcAft>
                <a:spcPts val="0"/>
              </a:spcAft>
              <a:buSzPts val="4200"/>
              <a:buNone/>
              <a:defRPr sz="4200"/>
            </a:lvl8pPr>
            <a:lvl9pPr lvl="8" algn="ctr">
              <a:lnSpc>
                <a:spcPct val="100000"/>
              </a:lnSpc>
              <a:spcBef>
                <a:spcPts val="0"/>
              </a:spcBef>
              <a:spcAft>
                <a:spcPts val="0"/>
              </a:spcAft>
              <a:buSzPts val="4200"/>
              <a:buNone/>
              <a:defRPr sz="4200"/>
            </a:lvl9pPr>
          </a:lstStyle>
          <a:p>
            <a:endParaRPr/>
          </a:p>
        </p:txBody>
      </p:sp>
      <p:sp>
        <p:nvSpPr>
          <p:cNvPr id="90" name="Google Shape;90;p20"/>
          <p:cNvSpPr txBox="1">
            <a:spLocks noGrp="1"/>
          </p:cNvSpPr>
          <p:nvPr>
            <p:ph type="subTitle" idx="1"/>
          </p:nvPr>
        </p:nvSpPr>
        <p:spPr>
          <a:xfrm>
            <a:off x="265500" y="2803075"/>
            <a:ext cx="4045200" cy="1235100"/>
          </a:xfrm>
          <a:prstGeom prst="rect">
            <a:avLst/>
          </a:prstGeom>
          <a:noFill/>
          <a:ln>
            <a:noFill/>
          </a:ln>
        </p:spPr>
        <p:txBody>
          <a:bodyPr spcFirstLastPara="1" wrap="square" lIns="91425" tIns="91425" rIns="91425" bIns="91425" anchor="t" anchorCtr="0">
            <a:no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91" name="Google Shape;91;p20"/>
          <p:cNvSpPr txBox="1">
            <a:spLocks noGrp="1"/>
          </p:cNvSpPr>
          <p:nvPr>
            <p:ph type="body" idx="2"/>
          </p:nvPr>
        </p:nvSpPr>
        <p:spPr>
          <a:xfrm>
            <a:off x="4939500" y="724075"/>
            <a:ext cx="3837000" cy="3695100"/>
          </a:xfrm>
          <a:prstGeom prst="rect">
            <a:avLst/>
          </a:prstGeom>
          <a:noFill/>
          <a:ln>
            <a:noFill/>
          </a:ln>
        </p:spPr>
        <p:txBody>
          <a:bodyPr spcFirstLastPara="1" wrap="square" lIns="91425" tIns="91425" rIns="91425" bIns="91425" anchor="ctr" anchorCtr="0">
            <a:noAutofit/>
          </a:bodyPr>
          <a:lstStyle>
            <a:lvl1pPr marL="457200" lvl="0" indent="-323850" algn="l">
              <a:lnSpc>
                <a:spcPct val="115000"/>
              </a:lnSpc>
              <a:spcBef>
                <a:spcPts val="0"/>
              </a:spcBef>
              <a:spcAft>
                <a:spcPts val="0"/>
              </a:spcAft>
              <a:buSzPts val="1500"/>
              <a:buChar char="●"/>
              <a:defRPr/>
            </a:lvl1pPr>
            <a:lvl2pPr marL="914400" lvl="1" indent="-311150" algn="l">
              <a:lnSpc>
                <a:spcPct val="115000"/>
              </a:lnSpc>
              <a:spcBef>
                <a:spcPts val="1600"/>
              </a:spcBef>
              <a:spcAft>
                <a:spcPts val="0"/>
              </a:spcAft>
              <a:buSzPts val="1300"/>
              <a:buChar char="○"/>
              <a:defRPr/>
            </a:lvl2pPr>
            <a:lvl3pPr marL="1371600" lvl="2" indent="-304800" algn="l">
              <a:lnSpc>
                <a:spcPct val="115000"/>
              </a:lnSpc>
              <a:spcBef>
                <a:spcPts val="1600"/>
              </a:spcBef>
              <a:spcAft>
                <a:spcPts val="0"/>
              </a:spcAft>
              <a:buSzPts val="1200"/>
              <a:buChar char="■"/>
              <a:defRPr/>
            </a:lvl3pPr>
            <a:lvl4pPr marL="1828800" lvl="3" indent="-298450" algn="l">
              <a:lnSpc>
                <a:spcPct val="115000"/>
              </a:lnSpc>
              <a:spcBef>
                <a:spcPts val="1600"/>
              </a:spcBef>
              <a:spcAft>
                <a:spcPts val="0"/>
              </a:spcAft>
              <a:buSzPts val="1100"/>
              <a:buChar char="●"/>
              <a:defRPr/>
            </a:lvl4pPr>
            <a:lvl5pPr marL="2286000" lvl="4" indent="-292100" algn="l">
              <a:lnSpc>
                <a:spcPct val="115000"/>
              </a:lnSpc>
              <a:spcBef>
                <a:spcPts val="1600"/>
              </a:spcBef>
              <a:spcAft>
                <a:spcPts val="0"/>
              </a:spcAft>
              <a:buSzPts val="1000"/>
              <a:buChar char="○"/>
              <a:defRPr/>
            </a:lvl5pPr>
            <a:lvl6pPr marL="2743200" lvl="5" indent="-285750" algn="l">
              <a:lnSpc>
                <a:spcPct val="115000"/>
              </a:lnSpc>
              <a:spcBef>
                <a:spcPts val="1600"/>
              </a:spcBef>
              <a:spcAft>
                <a:spcPts val="0"/>
              </a:spcAft>
              <a:buSzPts val="900"/>
              <a:buChar char="■"/>
              <a:defRPr/>
            </a:lvl6pPr>
            <a:lvl7pPr marL="3200400" lvl="6" indent="-279400" algn="l">
              <a:lnSpc>
                <a:spcPct val="115000"/>
              </a:lnSpc>
              <a:spcBef>
                <a:spcPts val="1600"/>
              </a:spcBef>
              <a:spcAft>
                <a:spcPts val="0"/>
              </a:spcAft>
              <a:buSzPts val="800"/>
              <a:buChar char="●"/>
              <a:defRPr/>
            </a:lvl7pPr>
            <a:lvl8pPr marL="3657600" lvl="7" indent="-273050" algn="l">
              <a:lnSpc>
                <a:spcPct val="115000"/>
              </a:lnSpc>
              <a:spcBef>
                <a:spcPts val="1600"/>
              </a:spcBef>
              <a:spcAft>
                <a:spcPts val="0"/>
              </a:spcAft>
              <a:buSzPts val="700"/>
              <a:buChar char="○"/>
              <a:defRPr/>
            </a:lvl8pPr>
            <a:lvl9pPr marL="4114800" lvl="8" indent="-266700" algn="l">
              <a:lnSpc>
                <a:spcPct val="115000"/>
              </a:lnSpc>
              <a:spcBef>
                <a:spcPts val="1600"/>
              </a:spcBef>
              <a:spcAft>
                <a:spcPts val="1600"/>
              </a:spcAft>
              <a:buSzPts val="600"/>
              <a:buChar char="■"/>
              <a:defRPr/>
            </a:lvl9pPr>
          </a:lstStyle>
          <a:p>
            <a:endParaRPr/>
          </a:p>
        </p:txBody>
      </p:sp>
      <p:sp>
        <p:nvSpPr>
          <p:cNvPr id="92" name="Google Shape;92;p20"/>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93"/>
        <p:cNvGrpSpPr/>
        <p:nvPr/>
      </p:nvGrpSpPr>
      <p:grpSpPr>
        <a:xfrm>
          <a:off x="0" y="0"/>
          <a:ext cx="0" cy="0"/>
          <a:chOff x="0" y="0"/>
          <a:chExt cx="0" cy="0"/>
        </a:xfrm>
      </p:grpSpPr>
      <p:sp>
        <p:nvSpPr>
          <p:cNvPr id="94" name="Google Shape;94;p21"/>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Blank 1">
  <p:cSld name="BLANK_1">
    <p:spTree>
      <p:nvGrpSpPr>
        <p:cNvPr id="1" name="Shape 95"/>
        <p:cNvGrpSpPr/>
        <p:nvPr/>
      </p:nvGrpSpPr>
      <p:grpSpPr>
        <a:xfrm>
          <a:off x="0" y="0"/>
          <a:ext cx="0" cy="0"/>
          <a:chOff x="0" y="0"/>
          <a:chExt cx="0" cy="0"/>
        </a:xfrm>
      </p:grpSpPr>
      <p:sp>
        <p:nvSpPr>
          <p:cNvPr id="96" name="Google Shape;96;p22"/>
          <p:cNvSpPr/>
          <p:nvPr/>
        </p:nvSpPr>
        <p:spPr>
          <a:xfrm>
            <a:off x="1" y="-335"/>
            <a:ext cx="9144600" cy="5143800"/>
          </a:xfrm>
          <a:prstGeom prst="rect">
            <a:avLst/>
          </a:prstGeom>
          <a:solidFill>
            <a:srgbClr val="0E39A9"/>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pic>
        <p:nvPicPr>
          <p:cNvPr id="97" name="Google Shape;97;p22" descr="A close up of a logo&#10;&#10;Description automatically generated"/>
          <p:cNvPicPr preferRelativeResize="0"/>
          <p:nvPr/>
        </p:nvPicPr>
        <p:blipFill rotWithShape="1">
          <a:blip r:embed="rId2">
            <a:alphaModFix/>
          </a:blip>
          <a:srcRect l="42816" t="18360" r="37293" b="19147"/>
          <a:stretch/>
        </p:blipFill>
        <p:spPr>
          <a:xfrm>
            <a:off x="6052536" y="514443"/>
            <a:ext cx="2095112" cy="3703320"/>
          </a:xfrm>
          <a:prstGeom prst="rect">
            <a:avLst/>
          </a:prstGeom>
          <a:noFill/>
          <a:ln>
            <a:noFill/>
          </a:ln>
        </p:spPr>
      </p:pic>
      <p:sp>
        <p:nvSpPr>
          <p:cNvPr id="98" name="Google Shape;98;p22"/>
          <p:cNvSpPr txBox="1">
            <a:spLocks noGrp="1"/>
          </p:cNvSpPr>
          <p:nvPr>
            <p:ph type="title"/>
          </p:nvPr>
        </p:nvSpPr>
        <p:spPr>
          <a:xfrm>
            <a:off x="70129" y="6703219"/>
            <a:ext cx="15008700" cy="697800"/>
          </a:xfrm>
          <a:prstGeom prst="rect">
            <a:avLst/>
          </a:prstGeom>
          <a:noFill/>
          <a:ln>
            <a:noFill/>
          </a:ln>
        </p:spPr>
        <p:txBody>
          <a:bodyPr spcFirstLastPara="1" wrap="square" lIns="0" tIns="12850" rIns="0" bIns="0" anchor="t" anchorCtr="0">
            <a:noAutofit/>
          </a:bodyPr>
          <a:lstStyle>
            <a:lvl1pPr marR="0" lvl="0" algn="l">
              <a:lnSpc>
                <a:spcPct val="100000"/>
              </a:lnSpc>
              <a:spcBef>
                <a:spcPts val="0"/>
              </a:spcBef>
              <a:spcAft>
                <a:spcPts val="0"/>
              </a:spcAft>
              <a:buSzPts val="2200"/>
              <a:buNone/>
              <a:defRPr sz="2400" b="0" i="0" u="none" strike="noStrike" cap="none">
                <a:solidFill>
                  <a:srgbClr val="000000"/>
                </a:solidFill>
                <a:latin typeface="Arial"/>
                <a:ea typeface="Arial"/>
                <a:cs typeface="Arial"/>
                <a:sym typeface="Arial"/>
              </a:defRPr>
            </a:lvl1pPr>
            <a:lvl2pPr marR="0" lvl="1"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2pPr>
            <a:lvl3pPr marR="0" lvl="2"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3pPr>
            <a:lvl4pPr marR="0" lvl="3"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4pPr>
            <a:lvl5pPr marR="0" lvl="4"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5pPr>
            <a:lvl6pPr marR="0" lvl="5"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6pPr>
            <a:lvl7pPr marR="0" lvl="6"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7pPr>
            <a:lvl8pPr marR="0" lvl="7"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8pPr>
            <a:lvl9pPr marR="0" lvl="8"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9pPr>
          </a:lstStyle>
          <a:p>
            <a:endParaRPr/>
          </a:p>
        </p:txBody>
      </p:sp>
      <p:sp>
        <p:nvSpPr>
          <p:cNvPr id="99" name="Google Shape;99;p22"/>
          <p:cNvSpPr txBox="1"/>
          <p:nvPr/>
        </p:nvSpPr>
        <p:spPr>
          <a:xfrm>
            <a:off x="334565" y="1676232"/>
            <a:ext cx="4372800" cy="1790700"/>
          </a:xfrm>
          <a:prstGeom prst="rect">
            <a:avLst/>
          </a:prstGeom>
          <a:noFill/>
          <a:ln>
            <a:noFill/>
          </a:ln>
        </p:spPr>
        <p:txBody>
          <a:bodyPr spcFirstLastPara="1" wrap="square" lIns="68575" tIns="34275" rIns="68575" bIns="34275" anchor="ctr" anchorCtr="0">
            <a:noAutofit/>
          </a:bodyPr>
          <a:lstStyle/>
          <a:p>
            <a:pPr marL="0" marR="0" lvl="0" indent="0" algn="l" rtl="0">
              <a:lnSpc>
                <a:spcPct val="90000"/>
              </a:lnSpc>
              <a:spcBef>
                <a:spcPts val="0"/>
              </a:spcBef>
              <a:spcAft>
                <a:spcPts val="0"/>
              </a:spcAft>
              <a:buClr>
                <a:schemeClr val="dk1"/>
              </a:buClr>
              <a:buSzPts val="4500"/>
              <a:buFont typeface="Calibri"/>
              <a:buNone/>
            </a:pPr>
            <a:r>
              <a:rPr lang="en-US" sz="3300" b="0" i="0" u="none" strike="noStrike" cap="none">
                <a:solidFill>
                  <a:schemeClr val="lt1"/>
                </a:solidFill>
                <a:latin typeface="Nunito ExtraBold"/>
                <a:ea typeface="Nunito ExtraBold"/>
                <a:cs typeface="Nunito ExtraBold"/>
                <a:sym typeface="Nunito ExtraBold"/>
              </a:rPr>
              <a:t>Happy Learning !</a:t>
            </a:r>
            <a:endParaRPr sz="3300" b="0" i="0" u="none" strike="noStrike" cap="none">
              <a:solidFill>
                <a:schemeClr val="lt1"/>
              </a:solidFill>
              <a:latin typeface="Nunito ExtraBold"/>
              <a:ea typeface="Nunito ExtraBold"/>
              <a:cs typeface="Nunito ExtraBold"/>
              <a:sym typeface="Nunito ExtraBold"/>
            </a:endParaRPr>
          </a:p>
        </p:txBody>
      </p:sp>
      <p:pic>
        <p:nvPicPr>
          <p:cNvPr id="100" name="Google Shape;100;p22"/>
          <p:cNvPicPr preferRelativeResize="0"/>
          <p:nvPr/>
        </p:nvPicPr>
        <p:blipFill rotWithShape="1">
          <a:blip r:embed="rId3">
            <a:alphaModFix/>
          </a:blip>
          <a:srcRect/>
          <a:stretch/>
        </p:blipFill>
        <p:spPr>
          <a:xfrm>
            <a:off x="295874" y="683275"/>
            <a:ext cx="3757725" cy="825875"/>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Blank 1">
  <p:cSld name="BLANK_1">
    <p:spTree>
      <p:nvGrpSpPr>
        <p:cNvPr id="1" name="Shape 110"/>
        <p:cNvGrpSpPr/>
        <p:nvPr/>
      </p:nvGrpSpPr>
      <p:grpSpPr>
        <a:xfrm>
          <a:off x="0" y="0"/>
          <a:ext cx="0" cy="0"/>
          <a:chOff x="0" y="0"/>
          <a:chExt cx="0" cy="0"/>
        </a:xfrm>
      </p:grpSpPr>
      <p:sp>
        <p:nvSpPr>
          <p:cNvPr id="111" name="Google Shape;111;p24"/>
          <p:cNvSpPr/>
          <p:nvPr/>
        </p:nvSpPr>
        <p:spPr>
          <a:xfrm>
            <a:off x="1" y="-335"/>
            <a:ext cx="9144600" cy="5143800"/>
          </a:xfrm>
          <a:prstGeom prst="rect">
            <a:avLst/>
          </a:prstGeom>
          <a:solidFill>
            <a:srgbClr val="0E39A9"/>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pic>
        <p:nvPicPr>
          <p:cNvPr id="112" name="Google Shape;112;p24" descr="A close up of a logo&#10;&#10;Description automatically generated"/>
          <p:cNvPicPr preferRelativeResize="0"/>
          <p:nvPr/>
        </p:nvPicPr>
        <p:blipFill rotWithShape="1">
          <a:blip r:embed="rId2">
            <a:alphaModFix/>
          </a:blip>
          <a:srcRect l="42816" t="18358" r="37293" b="19149"/>
          <a:stretch/>
        </p:blipFill>
        <p:spPr>
          <a:xfrm>
            <a:off x="6052536" y="514443"/>
            <a:ext cx="2095112" cy="3703320"/>
          </a:xfrm>
          <a:prstGeom prst="rect">
            <a:avLst/>
          </a:prstGeom>
          <a:noFill/>
          <a:ln>
            <a:noFill/>
          </a:ln>
        </p:spPr>
      </p:pic>
      <p:sp>
        <p:nvSpPr>
          <p:cNvPr id="113" name="Google Shape;113;p24"/>
          <p:cNvSpPr txBox="1">
            <a:spLocks noGrp="1"/>
          </p:cNvSpPr>
          <p:nvPr>
            <p:ph type="title"/>
          </p:nvPr>
        </p:nvSpPr>
        <p:spPr>
          <a:xfrm>
            <a:off x="70129" y="6703219"/>
            <a:ext cx="15008700" cy="697800"/>
          </a:xfrm>
          <a:prstGeom prst="rect">
            <a:avLst/>
          </a:prstGeom>
          <a:noFill/>
          <a:ln>
            <a:noFill/>
          </a:ln>
        </p:spPr>
        <p:txBody>
          <a:bodyPr spcFirstLastPara="1" wrap="square" lIns="0" tIns="12850" rIns="0" bIns="0" anchor="t" anchorCtr="0">
            <a:noAutofit/>
          </a:bodyPr>
          <a:lstStyle>
            <a:lvl1pPr marR="0" lvl="0" algn="l">
              <a:lnSpc>
                <a:spcPct val="100000"/>
              </a:lnSpc>
              <a:spcBef>
                <a:spcPts val="0"/>
              </a:spcBef>
              <a:spcAft>
                <a:spcPts val="0"/>
              </a:spcAft>
              <a:buSzPts val="2200"/>
              <a:buNone/>
              <a:defRPr sz="2400" b="0" i="0" u="none" strike="noStrike" cap="none">
                <a:solidFill>
                  <a:srgbClr val="000000"/>
                </a:solidFill>
                <a:latin typeface="Arial"/>
                <a:ea typeface="Arial"/>
                <a:cs typeface="Arial"/>
                <a:sym typeface="Arial"/>
              </a:defRPr>
            </a:lvl1pPr>
            <a:lvl2pPr marR="0" lvl="1"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2pPr>
            <a:lvl3pPr marR="0" lvl="2"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3pPr>
            <a:lvl4pPr marR="0" lvl="3"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4pPr>
            <a:lvl5pPr marR="0" lvl="4"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5pPr>
            <a:lvl6pPr marR="0" lvl="5"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6pPr>
            <a:lvl7pPr marR="0" lvl="6"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7pPr>
            <a:lvl8pPr marR="0" lvl="7"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8pPr>
            <a:lvl9pPr marR="0" lvl="8"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9pPr>
          </a:lstStyle>
          <a:p>
            <a:endParaRPr/>
          </a:p>
        </p:txBody>
      </p:sp>
      <p:sp>
        <p:nvSpPr>
          <p:cNvPr id="114" name="Google Shape;114;p24"/>
          <p:cNvSpPr txBox="1"/>
          <p:nvPr/>
        </p:nvSpPr>
        <p:spPr>
          <a:xfrm>
            <a:off x="334565" y="1676232"/>
            <a:ext cx="4372800" cy="1790700"/>
          </a:xfrm>
          <a:prstGeom prst="rect">
            <a:avLst/>
          </a:prstGeom>
          <a:noFill/>
          <a:ln>
            <a:noFill/>
          </a:ln>
        </p:spPr>
        <p:txBody>
          <a:bodyPr spcFirstLastPara="1" wrap="square" lIns="68575" tIns="34275" rIns="68575" bIns="34275" anchor="ctr" anchorCtr="0">
            <a:noAutofit/>
          </a:bodyPr>
          <a:lstStyle/>
          <a:p>
            <a:pPr marL="0" marR="0" lvl="0" indent="0" algn="l" rtl="0">
              <a:lnSpc>
                <a:spcPct val="90000"/>
              </a:lnSpc>
              <a:spcBef>
                <a:spcPts val="0"/>
              </a:spcBef>
              <a:spcAft>
                <a:spcPts val="0"/>
              </a:spcAft>
              <a:buClr>
                <a:schemeClr val="dk1"/>
              </a:buClr>
              <a:buSzPts val="4500"/>
              <a:buFont typeface="Calibri"/>
              <a:buNone/>
            </a:pPr>
            <a:r>
              <a:rPr lang="en-US" sz="3300" b="0" i="0" u="none" strike="noStrike" cap="none">
                <a:solidFill>
                  <a:schemeClr val="lt1"/>
                </a:solidFill>
                <a:latin typeface="Nunito ExtraBold"/>
                <a:ea typeface="Nunito ExtraBold"/>
                <a:cs typeface="Nunito ExtraBold"/>
                <a:sym typeface="Nunito ExtraBold"/>
              </a:rPr>
              <a:t>Happy Learning !</a:t>
            </a:r>
            <a:endParaRPr sz="3300" b="0" i="0" u="none" strike="noStrike" cap="none">
              <a:solidFill>
                <a:schemeClr val="lt1"/>
              </a:solidFill>
              <a:latin typeface="Nunito ExtraBold"/>
              <a:ea typeface="Nunito ExtraBold"/>
              <a:cs typeface="Nunito ExtraBold"/>
              <a:sym typeface="Nunito ExtraBold"/>
            </a:endParaRPr>
          </a:p>
        </p:txBody>
      </p:sp>
      <p:pic>
        <p:nvPicPr>
          <p:cNvPr id="115" name="Google Shape;115;p24"/>
          <p:cNvPicPr preferRelativeResize="0"/>
          <p:nvPr/>
        </p:nvPicPr>
        <p:blipFill rotWithShape="1">
          <a:blip r:embed="rId3">
            <a:alphaModFix/>
          </a:blip>
          <a:srcRect/>
          <a:stretch/>
        </p:blipFill>
        <p:spPr>
          <a:xfrm>
            <a:off x="421875" y="769949"/>
            <a:ext cx="3071452" cy="1261275"/>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16"/>
        <p:cNvGrpSpPr/>
        <p:nvPr/>
      </p:nvGrpSpPr>
      <p:grpSpPr>
        <a:xfrm>
          <a:off x="0" y="0"/>
          <a:ext cx="0" cy="0"/>
          <a:chOff x="0" y="0"/>
          <a:chExt cx="0" cy="0"/>
        </a:xfrm>
      </p:grpSpPr>
      <p:sp>
        <p:nvSpPr>
          <p:cNvPr id="117" name="Google Shape;117;p25"/>
          <p:cNvSpPr txBox="1">
            <a:spLocks noGrp="1"/>
          </p:cNvSpPr>
          <p:nvPr>
            <p:ph type="ctrTitle"/>
          </p:nvPr>
        </p:nvSpPr>
        <p:spPr>
          <a:xfrm>
            <a:off x="2210208" y="744575"/>
            <a:ext cx="6622200" cy="2052600"/>
          </a:xfrm>
          <a:prstGeom prst="rect">
            <a:avLst/>
          </a:prstGeom>
          <a:noFill/>
          <a:ln>
            <a:noFill/>
          </a:ln>
        </p:spPr>
        <p:txBody>
          <a:bodyPr spcFirstLastPara="1" wrap="square" lIns="91425" tIns="91425" rIns="91425" bIns="91425" anchor="b" anchorCtr="0">
            <a:noAutofit/>
          </a:bodyPr>
          <a:lstStyle>
            <a:lvl1pPr lvl="0"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1pPr>
            <a:lvl2pPr lvl="1"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2pPr>
            <a:lvl3pPr lvl="2"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3pPr>
            <a:lvl4pPr lvl="3"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4pPr>
            <a:lvl5pPr lvl="4"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5pPr>
            <a:lvl6pPr lvl="5"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6pPr>
            <a:lvl7pPr lvl="6"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7pPr>
            <a:lvl8pPr lvl="7"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8pPr>
            <a:lvl9pPr lvl="8"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9pPr>
          </a:lstStyle>
          <a:p>
            <a:endParaRPr/>
          </a:p>
        </p:txBody>
      </p:sp>
      <p:sp>
        <p:nvSpPr>
          <p:cNvPr id="118" name="Google Shape;118;p25"/>
          <p:cNvSpPr txBox="1">
            <a:spLocks noGrp="1"/>
          </p:cNvSpPr>
          <p:nvPr>
            <p:ph type="subTitle" idx="1"/>
          </p:nvPr>
        </p:nvSpPr>
        <p:spPr>
          <a:xfrm>
            <a:off x="2210202" y="2834125"/>
            <a:ext cx="6622200" cy="7926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1pPr>
            <a:lvl2pPr lvl="1" algn="l">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2pPr>
            <a:lvl3pPr lvl="2" algn="l">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3pPr>
            <a:lvl4pPr lvl="3" algn="l">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4pPr>
            <a:lvl5pPr lvl="4" algn="l">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5pPr>
            <a:lvl6pPr lvl="5" algn="l">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6pPr>
            <a:lvl7pPr lvl="6" algn="l">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7pPr>
            <a:lvl8pPr lvl="7" algn="l">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8pPr>
            <a:lvl9pPr lvl="8" algn="l">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9pPr>
          </a:lstStyle>
          <a:p>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19"/>
        <p:cNvGrpSpPr/>
        <p:nvPr/>
      </p:nvGrpSpPr>
      <p:grpSpPr>
        <a:xfrm>
          <a:off x="0" y="0"/>
          <a:ext cx="0" cy="0"/>
          <a:chOff x="0" y="0"/>
          <a:chExt cx="0" cy="0"/>
        </a:xfrm>
      </p:grpSpPr>
      <p:sp>
        <p:nvSpPr>
          <p:cNvPr id="120" name="Google Shape;120;p26"/>
          <p:cNvSpPr txBox="1">
            <a:spLocks noGrp="1"/>
          </p:cNvSpPr>
          <p:nvPr>
            <p:ph type="title"/>
          </p:nvPr>
        </p:nvSpPr>
        <p:spPr>
          <a:xfrm>
            <a:off x="311700" y="2150850"/>
            <a:ext cx="8520600" cy="841800"/>
          </a:xfrm>
          <a:prstGeom prst="rect">
            <a:avLst/>
          </a:prstGeom>
          <a:noFill/>
          <a:ln>
            <a:noFill/>
          </a:ln>
        </p:spPr>
        <p:txBody>
          <a:bodyPr spcFirstLastPara="1" wrap="square" lIns="91425" tIns="91425" rIns="91425" bIns="91425" anchor="ctr" anchorCtr="0">
            <a:noAutofit/>
          </a:bodyPr>
          <a:lstStyle>
            <a:lvl1pPr lvl="0" algn="l">
              <a:lnSpc>
                <a:spcPct val="100000"/>
              </a:lnSpc>
              <a:spcBef>
                <a:spcPts val="0"/>
              </a:spcBef>
              <a:spcAft>
                <a:spcPts val="0"/>
              </a:spcAft>
              <a:buClr>
                <a:srgbClr val="0E39A9"/>
              </a:buClr>
              <a:buSzPts val="3600"/>
              <a:buNone/>
              <a:defRPr sz="3600">
                <a:solidFill>
                  <a:srgbClr val="0E39A9"/>
                </a:solidFill>
              </a:defRPr>
            </a:lvl1pPr>
            <a:lvl2pPr lvl="1" algn="l">
              <a:lnSpc>
                <a:spcPct val="100000"/>
              </a:lnSpc>
              <a:spcBef>
                <a:spcPts val="0"/>
              </a:spcBef>
              <a:spcAft>
                <a:spcPts val="0"/>
              </a:spcAft>
              <a:buClr>
                <a:srgbClr val="0E39A9"/>
              </a:buClr>
              <a:buSzPts val="3600"/>
              <a:buNone/>
              <a:defRPr sz="3600">
                <a:solidFill>
                  <a:srgbClr val="0E39A9"/>
                </a:solidFill>
              </a:defRPr>
            </a:lvl2pPr>
            <a:lvl3pPr lvl="2" algn="l">
              <a:lnSpc>
                <a:spcPct val="100000"/>
              </a:lnSpc>
              <a:spcBef>
                <a:spcPts val="0"/>
              </a:spcBef>
              <a:spcAft>
                <a:spcPts val="0"/>
              </a:spcAft>
              <a:buClr>
                <a:srgbClr val="0E39A9"/>
              </a:buClr>
              <a:buSzPts val="3600"/>
              <a:buNone/>
              <a:defRPr sz="3600">
                <a:solidFill>
                  <a:srgbClr val="0E39A9"/>
                </a:solidFill>
              </a:defRPr>
            </a:lvl3pPr>
            <a:lvl4pPr lvl="3" algn="l">
              <a:lnSpc>
                <a:spcPct val="100000"/>
              </a:lnSpc>
              <a:spcBef>
                <a:spcPts val="0"/>
              </a:spcBef>
              <a:spcAft>
                <a:spcPts val="0"/>
              </a:spcAft>
              <a:buClr>
                <a:srgbClr val="0E39A9"/>
              </a:buClr>
              <a:buSzPts val="3600"/>
              <a:buNone/>
              <a:defRPr sz="3600">
                <a:solidFill>
                  <a:srgbClr val="0E39A9"/>
                </a:solidFill>
              </a:defRPr>
            </a:lvl4pPr>
            <a:lvl5pPr lvl="4" algn="l">
              <a:lnSpc>
                <a:spcPct val="100000"/>
              </a:lnSpc>
              <a:spcBef>
                <a:spcPts val="0"/>
              </a:spcBef>
              <a:spcAft>
                <a:spcPts val="0"/>
              </a:spcAft>
              <a:buClr>
                <a:srgbClr val="0E39A9"/>
              </a:buClr>
              <a:buSzPts val="3600"/>
              <a:buNone/>
              <a:defRPr sz="3600">
                <a:solidFill>
                  <a:srgbClr val="0E39A9"/>
                </a:solidFill>
              </a:defRPr>
            </a:lvl5pPr>
            <a:lvl6pPr lvl="5" algn="l">
              <a:lnSpc>
                <a:spcPct val="100000"/>
              </a:lnSpc>
              <a:spcBef>
                <a:spcPts val="0"/>
              </a:spcBef>
              <a:spcAft>
                <a:spcPts val="0"/>
              </a:spcAft>
              <a:buClr>
                <a:srgbClr val="0E39A9"/>
              </a:buClr>
              <a:buSzPts val="3600"/>
              <a:buNone/>
              <a:defRPr sz="3600">
                <a:solidFill>
                  <a:srgbClr val="0E39A9"/>
                </a:solidFill>
              </a:defRPr>
            </a:lvl6pPr>
            <a:lvl7pPr lvl="6" algn="l">
              <a:lnSpc>
                <a:spcPct val="100000"/>
              </a:lnSpc>
              <a:spcBef>
                <a:spcPts val="0"/>
              </a:spcBef>
              <a:spcAft>
                <a:spcPts val="0"/>
              </a:spcAft>
              <a:buClr>
                <a:srgbClr val="0E39A9"/>
              </a:buClr>
              <a:buSzPts val="3600"/>
              <a:buNone/>
              <a:defRPr sz="3600">
                <a:solidFill>
                  <a:srgbClr val="0E39A9"/>
                </a:solidFill>
              </a:defRPr>
            </a:lvl7pPr>
            <a:lvl8pPr lvl="7" algn="l">
              <a:lnSpc>
                <a:spcPct val="100000"/>
              </a:lnSpc>
              <a:spcBef>
                <a:spcPts val="0"/>
              </a:spcBef>
              <a:spcAft>
                <a:spcPts val="0"/>
              </a:spcAft>
              <a:buClr>
                <a:srgbClr val="0E39A9"/>
              </a:buClr>
              <a:buSzPts val="3600"/>
              <a:buNone/>
              <a:defRPr sz="3600">
                <a:solidFill>
                  <a:srgbClr val="0E39A9"/>
                </a:solidFill>
              </a:defRPr>
            </a:lvl8pPr>
            <a:lvl9pPr lvl="8" algn="l">
              <a:lnSpc>
                <a:spcPct val="100000"/>
              </a:lnSpc>
              <a:spcBef>
                <a:spcPts val="0"/>
              </a:spcBef>
              <a:spcAft>
                <a:spcPts val="0"/>
              </a:spcAft>
              <a:buClr>
                <a:srgbClr val="0E39A9"/>
              </a:buClr>
              <a:buSzPts val="3600"/>
              <a:buNone/>
              <a:defRPr sz="3600">
                <a:solidFill>
                  <a:srgbClr val="0E39A9"/>
                </a:solidFill>
              </a:defRPr>
            </a:lvl9pPr>
          </a:lstStyle>
          <a:p>
            <a:endParaRPr/>
          </a:p>
        </p:txBody>
      </p:sp>
      <p:sp>
        <p:nvSpPr>
          <p:cNvPr id="121" name="Google Shape;121;p26"/>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22"/>
        <p:cNvGrpSpPr/>
        <p:nvPr/>
      </p:nvGrpSpPr>
      <p:grpSpPr>
        <a:xfrm>
          <a:off x="0" y="0"/>
          <a:ext cx="0" cy="0"/>
          <a:chOff x="0" y="0"/>
          <a:chExt cx="0" cy="0"/>
        </a:xfrm>
      </p:grpSpPr>
      <p:sp>
        <p:nvSpPr>
          <p:cNvPr id="123" name="Google Shape;123;p27"/>
          <p:cNvSpPr txBox="1">
            <a:spLocks noGrp="1"/>
          </p:cNvSpPr>
          <p:nvPr>
            <p:ph type="title"/>
          </p:nvPr>
        </p:nvSpPr>
        <p:spPr>
          <a:xfrm>
            <a:off x="202550" y="289279"/>
            <a:ext cx="8520600" cy="5727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2200"/>
              <a:buNone/>
              <a:defRPr/>
            </a:lvl1pPr>
            <a:lvl2pPr lvl="1" algn="l">
              <a:lnSpc>
                <a:spcPct val="100000"/>
              </a:lnSpc>
              <a:spcBef>
                <a:spcPts val="0"/>
              </a:spcBef>
              <a:spcAft>
                <a:spcPts val="0"/>
              </a:spcAft>
              <a:buSzPts val="2500"/>
              <a:buNone/>
              <a:defRPr/>
            </a:lvl2pPr>
            <a:lvl3pPr lvl="2" algn="l">
              <a:lnSpc>
                <a:spcPct val="100000"/>
              </a:lnSpc>
              <a:spcBef>
                <a:spcPts val="0"/>
              </a:spcBef>
              <a:spcAft>
                <a:spcPts val="0"/>
              </a:spcAft>
              <a:buSzPts val="2500"/>
              <a:buNone/>
              <a:defRPr/>
            </a:lvl3pPr>
            <a:lvl4pPr lvl="3" algn="l">
              <a:lnSpc>
                <a:spcPct val="100000"/>
              </a:lnSpc>
              <a:spcBef>
                <a:spcPts val="0"/>
              </a:spcBef>
              <a:spcAft>
                <a:spcPts val="0"/>
              </a:spcAft>
              <a:buSzPts val="2500"/>
              <a:buNone/>
              <a:defRPr/>
            </a:lvl4pPr>
            <a:lvl5pPr lvl="4" algn="l">
              <a:lnSpc>
                <a:spcPct val="100000"/>
              </a:lnSpc>
              <a:spcBef>
                <a:spcPts val="0"/>
              </a:spcBef>
              <a:spcAft>
                <a:spcPts val="0"/>
              </a:spcAft>
              <a:buSzPts val="2500"/>
              <a:buNone/>
              <a:defRPr/>
            </a:lvl5pPr>
            <a:lvl6pPr lvl="5" algn="l">
              <a:lnSpc>
                <a:spcPct val="100000"/>
              </a:lnSpc>
              <a:spcBef>
                <a:spcPts val="0"/>
              </a:spcBef>
              <a:spcAft>
                <a:spcPts val="0"/>
              </a:spcAft>
              <a:buSzPts val="2500"/>
              <a:buNone/>
              <a:defRPr/>
            </a:lvl6pPr>
            <a:lvl7pPr lvl="6" algn="l">
              <a:lnSpc>
                <a:spcPct val="100000"/>
              </a:lnSpc>
              <a:spcBef>
                <a:spcPts val="0"/>
              </a:spcBef>
              <a:spcAft>
                <a:spcPts val="0"/>
              </a:spcAft>
              <a:buSzPts val="2500"/>
              <a:buNone/>
              <a:defRPr/>
            </a:lvl7pPr>
            <a:lvl8pPr lvl="7" algn="l">
              <a:lnSpc>
                <a:spcPct val="100000"/>
              </a:lnSpc>
              <a:spcBef>
                <a:spcPts val="0"/>
              </a:spcBef>
              <a:spcAft>
                <a:spcPts val="0"/>
              </a:spcAft>
              <a:buSzPts val="2500"/>
              <a:buNone/>
              <a:defRPr/>
            </a:lvl8pPr>
            <a:lvl9pPr lvl="8" algn="l">
              <a:lnSpc>
                <a:spcPct val="100000"/>
              </a:lnSpc>
              <a:spcBef>
                <a:spcPts val="0"/>
              </a:spcBef>
              <a:spcAft>
                <a:spcPts val="0"/>
              </a:spcAft>
              <a:buSzPts val="2500"/>
              <a:buNone/>
              <a:defRPr/>
            </a:lvl9pPr>
          </a:lstStyle>
          <a:p>
            <a:endParaRPr/>
          </a:p>
        </p:txBody>
      </p:sp>
      <p:sp>
        <p:nvSpPr>
          <p:cNvPr id="124" name="Google Shape;124;p27"/>
          <p:cNvSpPr txBox="1">
            <a:spLocks noGrp="1"/>
          </p:cNvSpPr>
          <p:nvPr>
            <p:ph type="body" idx="1"/>
          </p:nvPr>
        </p:nvSpPr>
        <p:spPr>
          <a:xfrm>
            <a:off x="202550" y="861975"/>
            <a:ext cx="8629800" cy="3706800"/>
          </a:xfrm>
          <a:prstGeom prst="rect">
            <a:avLst/>
          </a:prstGeom>
          <a:noFill/>
          <a:ln>
            <a:noFill/>
          </a:ln>
        </p:spPr>
        <p:txBody>
          <a:bodyPr spcFirstLastPara="1" wrap="square" lIns="91425" tIns="91425" rIns="91425" bIns="91425" anchor="t" anchorCtr="0">
            <a:noAutofit/>
          </a:bodyPr>
          <a:lstStyle>
            <a:lvl1pPr marL="457200" lvl="0" indent="-323850" algn="l">
              <a:lnSpc>
                <a:spcPct val="115000"/>
              </a:lnSpc>
              <a:spcBef>
                <a:spcPts val="0"/>
              </a:spcBef>
              <a:spcAft>
                <a:spcPts val="0"/>
              </a:spcAft>
              <a:buSzPts val="1500"/>
              <a:buFont typeface="Nunito"/>
              <a:buChar char="●"/>
              <a:defRPr>
                <a:latin typeface="Nunito"/>
                <a:ea typeface="Nunito"/>
                <a:cs typeface="Nunito"/>
                <a:sym typeface="Nunito"/>
              </a:defRPr>
            </a:lvl1pPr>
            <a:lvl2pPr marL="914400" lvl="1" indent="-311150" algn="l">
              <a:lnSpc>
                <a:spcPct val="115000"/>
              </a:lnSpc>
              <a:spcBef>
                <a:spcPts val="1600"/>
              </a:spcBef>
              <a:spcAft>
                <a:spcPts val="0"/>
              </a:spcAft>
              <a:buSzPts val="1300"/>
              <a:buFont typeface="Nunito"/>
              <a:buChar char="○"/>
              <a:defRPr>
                <a:latin typeface="Nunito"/>
                <a:ea typeface="Nunito"/>
                <a:cs typeface="Nunito"/>
                <a:sym typeface="Nunito"/>
              </a:defRPr>
            </a:lvl2pPr>
            <a:lvl3pPr marL="1371600" lvl="2" indent="-304800" algn="l">
              <a:lnSpc>
                <a:spcPct val="115000"/>
              </a:lnSpc>
              <a:spcBef>
                <a:spcPts val="1600"/>
              </a:spcBef>
              <a:spcAft>
                <a:spcPts val="0"/>
              </a:spcAft>
              <a:buSzPts val="1200"/>
              <a:buFont typeface="Nunito"/>
              <a:buChar char="■"/>
              <a:defRPr>
                <a:latin typeface="Nunito"/>
                <a:ea typeface="Nunito"/>
                <a:cs typeface="Nunito"/>
                <a:sym typeface="Nunito"/>
              </a:defRPr>
            </a:lvl3pPr>
            <a:lvl4pPr marL="1828800" lvl="3" indent="-298450" algn="l">
              <a:lnSpc>
                <a:spcPct val="115000"/>
              </a:lnSpc>
              <a:spcBef>
                <a:spcPts val="1600"/>
              </a:spcBef>
              <a:spcAft>
                <a:spcPts val="0"/>
              </a:spcAft>
              <a:buSzPts val="1100"/>
              <a:buFont typeface="Nunito"/>
              <a:buChar char="●"/>
              <a:defRPr>
                <a:latin typeface="Nunito"/>
                <a:ea typeface="Nunito"/>
                <a:cs typeface="Nunito"/>
                <a:sym typeface="Nunito"/>
              </a:defRPr>
            </a:lvl4pPr>
            <a:lvl5pPr marL="2286000" lvl="4" indent="-292100" algn="l">
              <a:lnSpc>
                <a:spcPct val="115000"/>
              </a:lnSpc>
              <a:spcBef>
                <a:spcPts val="1600"/>
              </a:spcBef>
              <a:spcAft>
                <a:spcPts val="0"/>
              </a:spcAft>
              <a:buSzPts val="1000"/>
              <a:buFont typeface="Nunito"/>
              <a:buChar char="○"/>
              <a:defRPr>
                <a:latin typeface="Nunito"/>
                <a:ea typeface="Nunito"/>
                <a:cs typeface="Nunito"/>
                <a:sym typeface="Nunito"/>
              </a:defRPr>
            </a:lvl5pPr>
            <a:lvl6pPr marL="2743200" lvl="5" indent="-285750" algn="l">
              <a:lnSpc>
                <a:spcPct val="115000"/>
              </a:lnSpc>
              <a:spcBef>
                <a:spcPts val="1600"/>
              </a:spcBef>
              <a:spcAft>
                <a:spcPts val="0"/>
              </a:spcAft>
              <a:buSzPts val="900"/>
              <a:buFont typeface="Nunito"/>
              <a:buChar char="■"/>
              <a:defRPr>
                <a:latin typeface="Nunito"/>
                <a:ea typeface="Nunito"/>
                <a:cs typeface="Nunito"/>
                <a:sym typeface="Nunito"/>
              </a:defRPr>
            </a:lvl6pPr>
            <a:lvl7pPr marL="3200400" lvl="6" indent="-279400" algn="l">
              <a:lnSpc>
                <a:spcPct val="115000"/>
              </a:lnSpc>
              <a:spcBef>
                <a:spcPts val="1600"/>
              </a:spcBef>
              <a:spcAft>
                <a:spcPts val="0"/>
              </a:spcAft>
              <a:buSzPts val="800"/>
              <a:buFont typeface="Nunito"/>
              <a:buChar char="●"/>
              <a:defRPr>
                <a:latin typeface="Nunito"/>
                <a:ea typeface="Nunito"/>
                <a:cs typeface="Nunito"/>
                <a:sym typeface="Nunito"/>
              </a:defRPr>
            </a:lvl7pPr>
            <a:lvl8pPr marL="3657600" lvl="7" indent="-273050" algn="l">
              <a:lnSpc>
                <a:spcPct val="115000"/>
              </a:lnSpc>
              <a:spcBef>
                <a:spcPts val="1600"/>
              </a:spcBef>
              <a:spcAft>
                <a:spcPts val="0"/>
              </a:spcAft>
              <a:buSzPts val="700"/>
              <a:buFont typeface="Nunito"/>
              <a:buChar char="○"/>
              <a:defRPr>
                <a:latin typeface="Nunito"/>
                <a:ea typeface="Nunito"/>
                <a:cs typeface="Nunito"/>
                <a:sym typeface="Nunito"/>
              </a:defRPr>
            </a:lvl8pPr>
            <a:lvl9pPr marL="4114800" lvl="8" indent="-266700" algn="l">
              <a:lnSpc>
                <a:spcPct val="115000"/>
              </a:lnSpc>
              <a:spcBef>
                <a:spcPts val="1600"/>
              </a:spcBef>
              <a:spcAft>
                <a:spcPts val="1600"/>
              </a:spcAft>
              <a:buSzPts val="600"/>
              <a:buFont typeface="Nunito"/>
              <a:buChar char="■"/>
              <a:defRPr>
                <a:latin typeface="Nunito"/>
                <a:ea typeface="Nunito"/>
                <a:cs typeface="Nunito"/>
                <a:sym typeface="Nunito"/>
              </a:defRPr>
            </a:lvl9pPr>
          </a:lstStyle>
          <a:p>
            <a:endParaRPr/>
          </a:p>
        </p:txBody>
      </p:sp>
      <p:sp>
        <p:nvSpPr>
          <p:cNvPr id="125" name="Google Shape;125;p27"/>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Title and Table">
  <p:cSld name="CUSTOM">
    <p:spTree>
      <p:nvGrpSpPr>
        <p:cNvPr id="1" name="Shape 126"/>
        <p:cNvGrpSpPr/>
        <p:nvPr/>
      </p:nvGrpSpPr>
      <p:grpSpPr>
        <a:xfrm>
          <a:off x="0" y="0"/>
          <a:ext cx="0" cy="0"/>
          <a:chOff x="0" y="0"/>
          <a:chExt cx="0" cy="0"/>
        </a:xfrm>
      </p:grpSpPr>
      <p:sp>
        <p:nvSpPr>
          <p:cNvPr id="127" name="Google Shape;127;p28"/>
          <p:cNvSpPr txBox="1">
            <a:spLocks noGrp="1"/>
          </p:cNvSpPr>
          <p:nvPr>
            <p:ph type="title"/>
          </p:nvPr>
        </p:nvSpPr>
        <p:spPr>
          <a:xfrm>
            <a:off x="201972" y="288368"/>
            <a:ext cx="8520600" cy="5727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2200"/>
              <a:buNone/>
              <a:defRPr/>
            </a:lvl1pPr>
            <a:lvl2pPr lvl="1" algn="l">
              <a:lnSpc>
                <a:spcPct val="100000"/>
              </a:lnSpc>
              <a:spcBef>
                <a:spcPts val="0"/>
              </a:spcBef>
              <a:spcAft>
                <a:spcPts val="0"/>
              </a:spcAft>
              <a:buSzPts val="2500"/>
              <a:buNone/>
              <a:defRPr/>
            </a:lvl2pPr>
            <a:lvl3pPr lvl="2" algn="l">
              <a:lnSpc>
                <a:spcPct val="100000"/>
              </a:lnSpc>
              <a:spcBef>
                <a:spcPts val="0"/>
              </a:spcBef>
              <a:spcAft>
                <a:spcPts val="0"/>
              </a:spcAft>
              <a:buSzPts val="2500"/>
              <a:buNone/>
              <a:defRPr/>
            </a:lvl3pPr>
            <a:lvl4pPr lvl="3" algn="l">
              <a:lnSpc>
                <a:spcPct val="100000"/>
              </a:lnSpc>
              <a:spcBef>
                <a:spcPts val="0"/>
              </a:spcBef>
              <a:spcAft>
                <a:spcPts val="0"/>
              </a:spcAft>
              <a:buSzPts val="2500"/>
              <a:buNone/>
              <a:defRPr/>
            </a:lvl4pPr>
            <a:lvl5pPr lvl="4" algn="l">
              <a:lnSpc>
                <a:spcPct val="100000"/>
              </a:lnSpc>
              <a:spcBef>
                <a:spcPts val="0"/>
              </a:spcBef>
              <a:spcAft>
                <a:spcPts val="0"/>
              </a:spcAft>
              <a:buSzPts val="2500"/>
              <a:buNone/>
              <a:defRPr/>
            </a:lvl5pPr>
            <a:lvl6pPr lvl="5" algn="l">
              <a:lnSpc>
                <a:spcPct val="100000"/>
              </a:lnSpc>
              <a:spcBef>
                <a:spcPts val="0"/>
              </a:spcBef>
              <a:spcAft>
                <a:spcPts val="0"/>
              </a:spcAft>
              <a:buSzPts val="2500"/>
              <a:buNone/>
              <a:defRPr/>
            </a:lvl6pPr>
            <a:lvl7pPr lvl="6" algn="l">
              <a:lnSpc>
                <a:spcPct val="100000"/>
              </a:lnSpc>
              <a:spcBef>
                <a:spcPts val="0"/>
              </a:spcBef>
              <a:spcAft>
                <a:spcPts val="0"/>
              </a:spcAft>
              <a:buSzPts val="2500"/>
              <a:buNone/>
              <a:defRPr/>
            </a:lvl7pPr>
            <a:lvl8pPr lvl="7" algn="l">
              <a:lnSpc>
                <a:spcPct val="100000"/>
              </a:lnSpc>
              <a:spcBef>
                <a:spcPts val="0"/>
              </a:spcBef>
              <a:spcAft>
                <a:spcPts val="0"/>
              </a:spcAft>
              <a:buSzPts val="2500"/>
              <a:buNone/>
              <a:defRPr/>
            </a:lvl8pPr>
            <a:lvl9pPr lvl="8" algn="l">
              <a:lnSpc>
                <a:spcPct val="100000"/>
              </a:lnSpc>
              <a:spcBef>
                <a:spcPts val="0"/>
              </a:spcBef>
              <a:spcAft>
                <a:spcPts val="0"/>
              </a:spcAft>
              <a:buSzPts val="2500"/>
              <a:buNone/>
              <a:defRPr/>
            </a:lvl9pPr>
          </a:lstStyle>
          <a:p>
            <a:endParaRPr/>
          </a:p>
        </p:txBody>
      </p:sp>
      <p:graphicFrame>
        <p:nvGraphicFramePr>
          <p:cNvPr id="128" name="Google Shape;128;p28"/>
          <p:cNvGraphicFramePr/>
          <p:nvPr/>
        </p:nvGraphicFramePr>
        <p:xfrm>
          <a:off x="201942" y="833662"/>
          <a:ext cx="3000000" cy="3000000"/>
        </p:xfrm>
        <a:graphic>
          <a:graphicData uri="http://schemas.openxmlformats.org/drawingml/2006/table">
            <a:tbl>
              <a:tblPr firstRow="1" bandRow="1">
                <a:noFill/>
                <a:tableStyleId>{4CFC87C6-1A0B-40AD-94C4-E44D0AB50E7B}</a:tableStyleId>
              </a:tblPr>
              <a:tblGrid>
                <a:gridCol w="883125">
                  <a:extLst>
                    <a:ext uri="{9D8B030D-6E8A-4147-A177-3AD203B41FA5}">
                      <a16:colId xmlns:a16="http://schemas.microsoft.com/office/drawing/2014/main" val="20000"/>
                    </a:ext>
                  </a:extLst>
                </a:gridCol>
                <a:gridCol w="3886050">
                  <a:extLst>
                    <a:ext uri="{9D8B030D-6E8A-4147-A177-3AD203B41FA5}">
                      <a16:colId xmlns:a16="http://schemas.microsoft.com/office/drawing/2014/main" val="20001"/>
                    </a:ext>
                  </a:extLst>
                </a:gridCol>
                <a:gridCol w="3886050">
                  <a:extLst>
                    <a:ext uri="{9D8B030D-6E8A-4147-A177-3AD203B41FA5}">
                      <a16:colId xmlns:a16="http://schemas.microsoft.com/office/drawing/2014/main" val="20002"/>
                    </a:ext>
                  </a:extLst>
                </a:gridCol>
              </a:tblGrid>
              <a:tr h="673575">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latin typeface="Nunito"/>
                          <a:ea typeface="Nunito"/>
                          <a:cs typeface="Nunito"/>
                          <a:sym typeface="Nunito"/>
                        </a:rPr>
                        <a:t>Cluster</a:t>
                      </a:r>
                      <a:endParaRPr sz="1400" u="none" strike="noStrike" cap="none">
                        <a:latin typeface="Nunito"/>
                        <a:ea typeface="Nunito"/>
                        <a:cs typeface="Nunito"/>
                        <a:sym typeface="Nunito"/>
                      </a:endParaRPr>
                    </a:p>
                  </a:txBody>
                  <a:tcPr marL="91450" marR="91450" marT="45725" marB="45725" anchor="ctr">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latin typeface="Nunito"/>
                          <a:ea typeface="Nunito"/>
                          <a:cs typeface="Nunito"/>
                          <a:sym typeface="Nunito"/>
                        </a:rPr>
                        <a:t>Cluster Profile </a:t>
                      </a:r>
                      <a:endParaRPr sz="14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latin typeface="Nunito"/>
                          <a:ea typeface="Nunito"/>
                          <a:cs typeface="Nunito"/>
                          <a:sym typeface="Nunito"/>
                        </a:rPr>
                        <a:t>Business Insights for Marketing Team</a:t>
                      </a:r>
                      <a:endParaRPr sz="14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extLst>
                  <a:ext uri="{0D108BD9-81ED-4DB2-BD59-A6C34878D82A}">
                    <a16:rowId xmlns:a16="http://schemas.microsoft.com/office/drawing/2014/main" val="10000"/>
                  </a:ext>
                </a:extLst>
              </a:tr>
              <a:tr h="753325">
                <a:tc>
                  <a:txBody>
                    <a:bodyPr/>
                    <a:lstStyle/>
                    <a:p>
                      <a:pPr marL="0" marR="0" lvl="0" indent="0" algn="l"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1</a:t>
                      </a:r>
                      <a:endParaRPr sz="1200" u="none" strike="noStrike" cap="none">
                        <a:latin typeface="Nunito"/>
                        <a:ea typeface="Nunito"/>
                        <a:cs typeface="Nunito"/>
                        <a:sym typeface="Nunito"/>
                      </a:endParaRPr>
                    </a:p>
                  </a:txBody>
                  <a:tcPr marL="91450" marR="91450" marT="45725" marB="45725" anchor="ctr">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High value customers who have many credit cards and prefer to engage online</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Engage Online – Set up priority calling in lines – Upsell and Cross sell premium products</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extLst>
                  <a:ext uri="{0D108BD9-81ED-4DB2-BD59-A6C34878D82A}">
                    <a16:rowId xmlns:a16="http://schemas.microsoft.com/office/drawing/2014/main" val="10001"/>
                  </a:ext>
                </a:extLst>
              </a:tr>
              <a:tr h="669525">
                <a:tc>
                  <a:txBody>
                    <a:bodyPr/>
                    <a:lstStyle/>
                    <a:p>
                      <a:pPr marL="0" marR="0" lvl="0" indent="0" algn="l"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2</a:t>
                      </a:r>
                      <a:endParaRPr sz="1200" u="none" strike="noStrike" cap="none">
                        <a:latin typeface="Nunito"/>
                        <a:ea typeface="Nunito"/>
                        <a:cs typeface="Nunito"/>
                        <a:sym typeface="Nunito"/>
                      </a:endParaRPr>
                    </a:p>
                  </a:txBody>
                  <a:tcPr marL="91450" marR="91450" marT="45725" marB="45725" anchor="ctr">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US" sz="1200" u="none" strike="noStrike" cap="none" baseline="30000">
                          <a:latin typeface="Nunito"/>
                          <a:ea typeface="Nunito"/>
                          <a:cs typeface="Nunito"/>
                          <a:sym typeface="Nunito"/>
                        </a:rPr>
                        <a:t>…</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extLst>
                  <a:ext uri="{0D108BD9-81ED-4DB2-BD59-A6C34878D82A}">
                    <a16:rowId xmlns:a16="http://schemas.microsoft.com/office/drawing/2014/main" val="10002"/>
                  </a:ext>
                </a:extLst>
              </a:tr>
              <a:tr h="669525">
                <a:tc>
                  <a:txBody>
                    <a:bodyPr/>
                    <a:lstStyle/>
                    <a:p>
                      <a:pPr marL="0" marR="0" lvl="0" indent="0" algn="l"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3</a:t>
                      </a:r>
                      <a:endParaRPr sz="1200" u="none" strike="noStrike" cap="none">
                        <a:latin typeface="Nunito"/>
                        <a:ea typeface="Nunito"/>
                        <a:cs typeface="Nunito"/>
                        <a:sym typeface="Nunito"/>
                      </a:endParaRPr>
                    </a:p>
                  </a:txBody>
                  <a:tcPr marL="91450" marR="91450" marT="45725" marB="45725" anchor="ctr">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extLst>
                  <a:ext uri="{0D108BD9-81ED-4DB2-BD59-A6C34878D82A}">
                    <a16:rowId xmlns:a16="http://schemas.microsoft.com/office/drawing/2014/main" val="10003"/>
                  </a:ext>
                </a:extLst>
              </a:tr>
              <a:tr h="669525">
                <a:tc>
                  <a:txBody>
                    <a:bodyPr/>
                    <a:lstStyle/>
                    <a:p>
                      <a:pPr marL="0" marR="0" lvl="0" indent="0" algn="l" rtl="0">
                        <a:lnSpc>
                          <a:spcPct val="100000"/>
                        </a:lnSpc>
                        <a:spcBef>
                          <a:spcPts val="0"/>
                        </a:spcBef>
                        <a:spcAft>
                          <a:spcPts val="0"/>
                        </a:spcAft>
                        <a:buClr>
                          <a:srgbClr val="000000"/>
                        </a:buClr>
                        <a:buSzPts val="1200"/>
                        <a:buFont typeface="Arial"/>
                        <a:buNone/>
                      </a:pPr>
                      <a:endParaRPr sz="1200" u="none" strike="noStrike" cap="none">
                        <a:latin typeface="Nunito"/>
                        <a:ea typeface="Nunito"/>
                        <a:cs typeface="Nunito"/>
                        <a:sym typeface="Nunito"/>
                      </a:endParaRPr>
                    </a:p>
                  </a:txBody>
                  <a:tcPr marL="91450" marR="91450" marT="45725" marB="45725" anchor="ctr">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extLst>
                  <a:ext uri="{0D108BD9-81ED-4DB2-BD59-A6C34878D82A}">
                    <a16:rowId xmlns:a16="http://schemas.microsoft.com/office/drawing/2014/main" val="10004"/>
                  </a:ext>
                </a:extLst>
              </a:tr>
            </a:tbl>
          </a:graphicData>
        </a:graphic>
      </p:graphicFrame>
      <p:sp>
        <p:nvSpPr>
          <p:cNvPr id="129" name="Google Shape;129;p28"/>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130"/>
        <p:cNvGrpSpPr/>
        <p:nvPr/>
      </p:nvGrpSpPr>
      <p:grpSpPr>
        <a:xfrm>
          <a:off x="0" y="0"/>
          <a:ext cx="0" cy="0"/>
          <a:chOff x="0" y="0"/>
          <a:chExt cx="0" cy="0"/>
        </a:xfrm>
      </p:grpSpPr>
      <p:sp>
        <p:nvSpPr>
          <p:cNvPr id="131" name="Google Shape;131;p29"/>
          <p:cNvSpPr txBox="1">
            <a:spLocks noGrp="1"/>
          </p:cNvSpPr>
          <p:nvPr>
            <p:ph type="title"/>
          </p:nvPr>
        </p:nvSpPr>
        <p:spPr>
          <a:xfrm>
            <a:off x="201972" y="288368"/>
            <a:ext cx="8520600" cy="5727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2200"/>
              <a:buNone/>
              <a:defRPr/>
            </a:lvl1pPr>
            <a:lvl2pPr lvl="1" algn="l">
              <a:lnSpc>
                <a:spcPct val="100000"/>
              </a:lnSpc>
              <a:spcBef>
                <a:spcPts val="0"/>
              </a:spcBef>
              <a:spcAft>
                <a:spcPts val="0"/>
              </a:spcAft>
              <a:buSzPts val="2500"/>
              <a:buNone/>
              <a:defRPr/>
            </a:lvl2pPr>
            <a:lvl3pPr lvl="2" algn="l">
              <a:lnSpc>
                <a:spcPct val="100000"/>
              </a:lnSpc>
              <a:spcBef>
                <a:spcPts val="0"/>
              </a:spcBef>
              <a:spcAft>
                <a:spcPts val="0"/>
              </a:spcAft>
              <a:buSzPts val="2500"/>
              <a:buNone/>
              <a:defRPr/>
            </a:lvl3pPr>
            <a:lvl4pPr lvl="3" algn="l">
              <a:lnSpc>
                <a:spcPct val="100000"/>
              </a:lnSpc>
              <a:spcBef>
                <a:spcPts val="0"/>
              </a:spcBef>
              <a:spcAft>
                <a:spcPts val="0"/>
              </a:spcAft>
              <a:buSzPts val="2500"/>
              <a:buNone/>
              <a:defRPr/>
            </a:lvl4pPr>
            <a:lvl5pPr lvl="4" algn="l">
              <a:lnSpc>
                <a:spcPct val="100000"/>
              </a:lnSpc>
              <a:spcBef>
                <a:spcPts val="0"/>
              </a:spcBef>
              <a:spcAft>
                <a:spcPts val="0"/>
              </a:spcAft>
              <a:buSzPts val="2500"/>
              <a:buNone/>
              <a:defRPr/>
            </a:lvl5pPr>
            <a:lvl6pPr lvl="5" algn="l">
              <a:lnSpc>
                <a:spcPct val="100000"/>
              </a:lnSpc>
              <a:spcBef>
                <a:spcPts val="0"/>
              </a:spcBef>
              <a:spcAft>
                <a:spcPts val="0"/>
              </a:spcAft>
              <a:buSzPts val="2500"/>
              <a:buNone/>
              <a:defRPr/>
            </a:lvl6pPr>
            <a:lvl7pPr lvl="6" algn="l">
              <a:lnSpc>
                <a:spcPct val="100000"/>
              </a:lnSpc>
              <a:spcBef>
                <a:spcPts val="0"/>
              </a:spcBef>
              <a:spcAft>
                <a:spcPts val="0"/>
              </a:spcAft>
              <a:buSzPts val="2500"/>
              <a:buNone/>
              <a:defRPr/>
            </a:lvl7pPr>
            <a:lvl8pPr lvl="7" algn="l">
              <a:lnSpc>
                <a:spcPct val="100000"/>
              </a:lnSpc>
              <a:spcBef>
                <a:spcPts val="0"/>
              </a:spcBef>
              <a:spcAft>
                <a:spcPts val="0"/>
              </a:spcAft>
              <a:buSzPts val="2500"/>
              <a:buNone/>
              <a:defRPr/>
            </a:lvl8pPr>
            <a:lvl9pPr lvl="8" algn="l">
              <a:lnSpc>
                <a:spcPct val="100000"/>
              </a:lnSpc>
              <a:spcBef>
                <a:spcPts val="0"/>
              </a:spcBef>
              <a:spcAft>
                <a:spcPts val="0"/>
              </a:spcAft>
              <a:buSzPts val="2500"/>
              <a:buNone/>
              <a:defRPr/>
            </a:lvl9pPr>
          </a:lstStyle>
          <a:p>
            <a:endParaRPr/>
          </a:p>
        </p:txBody>
      </p:sp>
      <p:sp>
        <p:nvSpPr>
          <p:cNvPr id="132" name="Google Shape;132;p29"/>
          <p:cNvSpPr txBox="1">
            <a:spLocks noGrp="1"/>
          </p:cNvSpPr>
          <p:nvPr>
            <p:ph type="body" idx="1"/>
          </p:nvPr>
        </p:nvSpPr>
        <p:spPr>
          <a:xfrm>
            <a:off x="311700" y="1152475"/>
            <a:ext cx="3999900" cy="3416400"/>
          </a:xfrm>
          <a:prstGeom prst="rect">
            <a:avLst/>
          </a:prstGeom>
          <a:noFill/>
          <a:ln>
            <a:noFill/>
          </a:ln>
        </p:spPr>
        <p:txBody>
          <a:bodyPr spcFirstLastPara="1" wrap="square" lIns="91425" tIns="91425" rIns="91425" bIns="91425" anchor="t" anchorCtr="0">
            <a:no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1600"/>
              </a:spcBef>
              <a:spcAft>
                <a:spcPts val="0"/>
              </a:spcAft>
              <a:buSzPts val="1200"/>
              <a:buChar char="○"/>
              <a:defRPr sz="1200"/>
            </a:lvl2pPr>
            <a:lvl3pPr marL="1371600" lvl="2" indent="-304800" algn="l">
              <a:lnSpc>
                <a:spcPct val="115000"/>
              </a:lnSpc>
              <a:spcBef>
                <a:spcPts val="1600"/>
              </a:spcBef>
              <a:spcAft>
                <a:spcPts val="0"/>
              </a:spcAft>
              <a:buSzPts val="1200"/>
              <a:buChar char="■"/>
              <a:defRPr sz="1200"/>
            </a:lvl3pPr>
            <a:lvl4pPr marL="1828800" lvl="3" indent="-304800" algn="l">
              <a:lnSpc>
                <a:spcPct val="115000"/>
              </a:lnSpc>
              <a:spcBef>
                <a:spcPts val="1600"/>
              </a:spcBef>
              <a:spcAft>
                <a:spcPts val="0"/>
              </a:spcAft>
              <a:buSzPts val="1200"/>
              <a:buChar char="●"/>
              <a:defRPr sz="1200"/>
            </a:lvl4pPr>
            <a:lvl5pPr marL="2286000" lvl="4" indent="-304800" algn="l">
              <a:lnSpc>
                <a:spcPct val="115000"/>
              </a:lnSpc>
              <a:spcBef>
                <a:spcPts val="1600"/>
              </a:spcBef>
              <a:spcAft>
                <a:spcPts val="0"/>
              </a:spcAft>
              <a:buSzPts val="1200"/>
              <a:buChar char="○"/>
              <a:defRPr sz="1200"/>
            </a:lvl5pPr>
            <a:lvl6pPr marL="2743200" lvl="5" indent="-304800" algn="l">
              <a:lnSpc>
                <a:spcPct val="115000"/>
              </a:lnSpc>
              <a:spcBef>
                <a:spcPts val="1600"/>
              </a:spcBef>
              <a:spcAft>
                <a:spcPts val="0"/>
              </a:spcAft>
              <a:buSzPts val="1200"/>
              <a:buChar char="■"/>
              <a:defRPr sz="1200"/>
            </a:lvl6pPr>
            <a:lvl7pPr marL="3200400" lvl="6" indent="-304800" algn="l">
              <a:lnSpc>
                <a:spcPct val="115000"/>
              </a:lnSpc>
              <a:spcBef>
                <a:spcPts val="1600"/>
              </a:spcBef>
              <a:spcAft>
                <a:spcPts val="0"/>
              </a:spcAft>
              <a:buSzPts val="1200"/>
              <a:buChar char="●"/>
              <a:defRPr sz="1200"/>
            </a:lvl7pPr>
            <a:lvl8pPr marL="3657600" lvl="7" indent="-304800" algn="l">
              <a:lnSpc>
                <a:spcPct val="115000"/>
              </a:lnSpc>
              <a:spcBef>
                <a:spcPts val="1600"/>
              </a:spcBef>
              <a:spcAft>
                <a:spcPts val="0"/>
              </a:spcAft>
              <a:buSzPts val="1200"/>
              <a:buChar char="○"/>
              <a:defRPr sz="1200"/>
            </a:lvl8pPr>
            <a:lvl9pPr marL="4114800" lvl="8" indent="-304800" algn="l">
              <a:lnSpc>
                <a:spcPct val="115000"/>
              </a:lnSpc>
              <a:spcBef>
                <a:spcPts val="1600"/>
              </a:spcBef>
              <a:spcAft>
                <a:spcPts val="1600"/>
              </a:spcAft>
              <a:buSzPts val="1200"/>
              <a:buChar char="■"/>
              <a:defRPr sz="1200"/>
            </a:lvl9pPr>
          </a:lstStyle>
          <a:p>
            <a:endParaRPr/>
          </a:p>
        </p:txBody>
      </p:sp>
      <p:sp>
        <p:nvSpPr>
          <p:cNvPr id="133" name="Google Shape;133;p29"/>
          <p:cNvSpPr txBox="1">
            <a:spLocks noGrp="1"/>
          </p:cNvSpPr>
          <p:nvPr>
            <p:ph type="body" idx="2"/>
          </p:nvPr>
        </p:nvSpPr>
        <p:spPr>
          <a:xfrm>
            <a:off x="4832400" y="1152475"/>
            <a:ext cx="3999900" cy="3416400"/>
          </a:xfrm>
          <a:prstGeom prst="rect">
            <a:avLst/>
          </a:prstGeom>
          <a:noFill/>
          <a:ln>
            <a:noFill/>
          </a:ln>
        </p:spPr>
        <p:txBody>
          <a:bodyPr spcFirstLastPara="1" wrap="square" lIns="91425" tIns="91425" rIns="91425" bIns="91425" anchor="t" anchorCtr="0">
            <a:no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1600"/>
              </a:spcBef>
              <a:spcAft>
                <a:spcPts val="0"/>
              </a:spcAft>
              <a:buSzPts val="1200"/>
              <a:buChar char="○"/>
              <a:defRPr sz="1200"/>
            </a:lvl2pPr>
            <a:lvl3pPr marL="1371600" lvl="2" indent="-304800" algn="l">
              <a:lnSpc>
                <a:spcPct val="115000"/>
              </a:lnSpc>
              <a:spcBef>
                <a:spcPts val="1600"/>
              </a:spcBef>
              <a:spcAft>
                <a:spcPts val="0"/>
              </a:spcAft>
              <a:buSzPts val="1200"/>
              <a:buChar char="■"/>
              <a:defRPr sz="1200"/>
            </a:lvl3pPr>
            <a:lvl4pPr marL="1828800" lvl="3" indent="-304800" algn="l">
              <a:lnSpc>
                <a:spcPct val="115000"/>
              </a:lnSpc>
              <a:spcBef>
                <a:spcPts val="1600"/>
              </a:spcBef>
              <a:spcAft>
                <a:spcPts val="0"/>
              </a:spcAft>
              <a:buSzPts val="1200"/>
              <a:buChar char="●"/>
              <a:defRPr sz="1200"/>
            </a:lvl4pPr>
            <a:lvl5pPr marL="2286000" lvl="4" indent="-304800" algn="l">
              <a:lnSpc>
                <a:spcPct val="115000"/>
              </a:lnSpc>
              <a:spcBef>
                <a:spcPts val="1600"/>
              </a:spcBef>
              <a:spcAft>
                <a:spcPts val="0"/>
              </a:spcAft>
              <a:buSzPts val="1200"/>
              <a:buChar char="○"/>
              <a:defRPr sz="1200"/>
            </a:lvl5pPr>
            <a:lvl6pPr marL="2743200" lvl="5" indent="-304800" algn="l">
              <a:lnSpc>
                <a:spcPct val="115000"/>
              </a:lnSpc>
              <a:spcBef>
                <a:spcPts val="1600"/>
              </a:spcBef>
              <a:spcAft>
                <a:spcPts val="0"/>
              </a:spcAft>
              <a:buSzPts val="1200"/>
              <a:buChar char="■"/>
              <a:defRPr sz="1200"/>
            </a:lvl6pPr>
            <a:lvl7pPr marL="3200400" lvl="6" indent="-304800" algn="l">
              <a:lnSpc>
                <a:spcPct val="115000"/>
              </a:lnSpc>
              <a:spcBef>
                <a:spcPts val="1600"/>
              </a:spcBef>
              <a:spcAft>
                <a:spcPts val="0"/>
              </a:spcAft>
              <a:buSzPts val="1200"/>
              <a:buChar char="●"/>
              <a:defRPr sz="1200"/>
            </a:lvl7pPr>
            <a:lvl8pPr marL="3657600" lvl="7" indent="-304800" algn="l">
              <a:lnSpc>
                <a:spcPct val="115000"/>
              </a:lnSpc>
              <a:spcBef>
                <a:spcPts val="1600"/>
              </a:spcBef>
              <a:spcAft>
                <a:spcPts val="0"/>
              </a:spcAft>
              <a:buSzPts val="1200"/>
              <a:buChar char="○"/>
              <a:defRPr sz="1200"/>
            </a:lvl8pPr>
            <a:lvl9pPr marL="4114800" lvl="8" indent="-304800" algn="l">
              <a:lnSpc>
                <a:spcPct val="115000"/>
              </a:lnSpc>
              <a:spcBef>
                <a:spcPts val="1600"/>
              </a:spcBef>
              <a:spcAft>
                <a:spcPts val="1600"/>
              </a:spcAft>
              <a:buSzPts val="1200"/>
              <a:buChar char="■"/>
              <a:defRPr sz="1200"/>
            </a:lvl9pPr>
          </a:lstStyle>
          <a:p>
            <a:endParaRPr/>
          </a:p>
        </p:txBody>
      </p:sp>
      <p:sp>
        <p:nvSpPr>
          <p:cNvPr id="134" name="Google Shape;134;p29"/>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135"/>
        <p:cNvGrpSpPr/>
        <p:nvPr/>
      </p:nvGrpSpPr>
      <p:grpSpPr>
        <a:xfrm>
          <a:off x="0" y="0"/>
          <a:ext cx="0" cy="0"/>
          <a:chOff x="0" y="0"/>
          <a:chExt cx="0" cy="0"/>
        </a:xfrm>
      </p:grpSpPr>
      <p:sp>
        <p:nvSpPr>
          <p:cNvPr id="136" name="Google Shape;136;p30"/>
          <p:cNvSpPr txBox="1">
            <a:spLocks noGrp="1"/>
          </p:cNvSpPr>
          <p:nvPr>
            <p:ph type="title"/>
          </p:nvPr>
        </p:nvSpPr>
        <p:spPr>
          <a:xfrm>
            <a:off x="201972" y="288368"/>
            <a:ext cx="8520600" cy="5727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2200"/>
              <a:buNone/>
              <a:defRPr/>
            </a:lvl1pPr>
            <a:lvl2pPr lvl="1" algn="l">
              <a:lnSpc>
                <a:spcPct val="100000"/>
              </a:lnSpc>
              <a:spcBef>
                <a:spcPts val="0"/>
              </a:spcBef>
              <a:spcAft>
                <a:spcPts val="0"/>
              </a:spcAft>
              <a:buSzPts val="2500"/>
              <a:buNone/>
              <a:defRPr/>
            </a:lvl2pPr>
            <a:lvl3pPr lvl="2" algn="l">
              <a:lnSpc>
                <a:spcPct val="100000"/>
              </a:lnSpc>
              <a:spcBef>
                <a:spcPts val="0"/>
              </a:spcBef>
              <a:spcAft>
                <a:spcPts val="0"/>
              </a:spcAft>
              <a:buSzPts val="2500"/>
              <a:buNone/>
              <a:defRPr/>
            </a:lvl3pPr>
            <a:lvl4pPr lvl="3" algn="l">
              <a:lnSpc>
                <a:spcPct val="100000"/>
              </a:lnSpc>
              <a:spcBef>
                <a:spcPts val="0"/>
              </a:spcBef>
              <a:spcAft>
                <a:spcPts val="0"/>
              </a:spcAft>
              <a:buSzPts val="2500"/>
              <a:buNone/>
              <a:defRPr/>
            </a:lvl4pPr>
            <a:lvl5pPr lvl="4" algn="l">
              <a:lnSpc>
                <a:spcPct val="100000"/>
              </a:lnSpc>
              <a:spcBef>
                <a:spcPts val="0"/>
              </a:spcBef>
              <a:spcAft>
                <a:spcPts val="0"/>
              </a:spcAft>
              <a:buSzPts val="2500"/>
              <a:buNone/>
              <a:defRPr/>
            </a:lvl5pPr>
            <a:lvl6pPr lvl="5" algn="l">
              <a:lnSpc>
                <a:spcPct val="100000"/>
              </a:lnSpc>
              <a:spcBef>
                <a:spcPts val="0"/>
              </a:spcBef>
              <a:spcAft>
                <a:spcPts val="0"/>
              </a:spcAft>
              <a:buSzPts val="2500"/>
              <a:buNone/>
              <a:defRPr/>
            </a:lvl6pPr>
            <a:lvl7pPr lvl="6" algn="l">
              <a:lnSpc>
                <a:spcPct val="100000"/>
              </a:lnSpc>
              <a:spcBef>
                <a:spcPts val="0"/>
              </a:spcBef>
              <a:spcAft>
                <a:spcPts val="0"/>
              </a:spcAft>
              <a:buSzPts val="2500"/>
              <a:buNone/>
              <a:defRPr/>
            </a:lvl7pPr>
            <a:lvl8pPr lvl="7" algn="l">
              <a:lnSpc>
                <a:spcPct val="100000"/>
              </a:lnSpc>
              <a:spcBef>
                <a:spcPts val="0"/>
              </a:spcBef>
              <a:spcAft>
                <a:spcPts val="0"/>
              </a:spcAft>
              <a:buSzPts val="2500"/>
              <a:buNone/>
              <a:defRPr/>
            </a:lvl8pPr>
            <a:lvl9pPr lvl="8" algn="l">
              <a:lnSpc>
                <a:spcPct val="100000"/>
              </a:lnSpc>
              <a:spcBef>
                <a:spcPts val="0"/>
              </a:spcBef>
              <a:spcAft>
                <a:spcPts val="0"/>
              </a:spcAft>
              <a:buSzPts val="2500"/>
              <a:buNone/>
              <a:defRPr/>
            </a:lvl9pPr>
          </a:lstStyle>
          <a:p>
            <a:endParaRPr/>
          </a:p>
        </p:txBody>
      </p:sp>
      <p:sp>
        <p:nvSpPr>
          <p:cNvPr id="137" name="Google Shape;137;p30"/>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138"/>
        <p:cNvGrpSpPr/>
        <p:nvPr/>
      </p:nvGrpSpPr>
      <p:grpSpPr>
        <a:xfrm>
          <a:off x="0" y="0"/>
          <a:ext cx="0" cy="0"/>
          <a:chOff x="0" y="0"/>
          <a:chExt cx="0" cy="0"/>
        </a:xfrm>
      </p:grpSpPr>
      <p:sp>
        <p:nvSpPr>
          <p:cNvPr id="139" name="Google Shape;139;p31"/>
          <p:cNvSpPr txBox="1">
            <a:spLocks noGrp="1"/>
          </p:cNvSpPr>
          <p:nvPr>
            <p:ph type="title"/>
          </p:nvPr>
        </p:nvSpPr>
        <p:spPr>
          <a:xfrm>
            <a:off x="490250" y="450150"/>
            <a:ext cx="6367800" cy="4090800"/>
          </a:xfrm>
          <a:prstGeom prst="rect">
            <a:avLst/>
          </a:prstGeom>
          <a:noFill/>
          <a:ln>
            <a:noFill/>
          </a:ln>
        </p:spPr>
        <p:txBody>
          <a:bodyPr spcFirstLastPara="1" wrap="square" lIns="91425" tIns="91425" rIns="91425" bIns="91425" anchor="ctr" anchorCtr="0">
            <a:noAutofit/>
          </a:bodyPr>
          <a:lstStyle>
            <a:lvl1pPr lvl="0" algn="l">
              <a:lnSpc>
                <a:spcPct val="100000"/>
              </a:lnSpc>
              <a:spcBef>
                <a:spcPts val="0"/>
              </a:spcBef>
              <a:spcAft>
                <a:spcPts val="0"/>
              </a:spcAft>
              <a:buSzPts val="4800"/>
              <a:buNone/>
              <a:defRPr sz="4800"/>
            </a:lvl1pPr>
            <a:lvl2pPr lvl="1" algn="l">
              <a:lnSpc>
                <a:spcPct val="100000"/>
              </a:lnSpc>
              <a:spcBef>
                <a:spcPts val="0"/>
              </a:spcBef>
              <a:spcAft>
                <a:spcPts val="0"/>
              </a:spcAft>
              <a:buSzPts val="4800"/>
              <a:buNone/>
              <a:defRPr sz="4800"/>
            </a:lvl2pPr>
            <a:lvl3pPr lvl="2" algn="l">
              <a:lnSpc>
                <a:spcPct val="100000"/>
              </a:lnSpc>
              <a:spcBef>
                <a:spcPts val="0"/>
              </a:spcBef>
              <a:spcAft>
                <a:spcPts val="0"/>
              </a:spcAft>
              <a:buSzPts val="4800"/>
              <a:buNone/>
              <a:defRPr sz="4800"/>
            </a:lvl3pPr>
            <a:lvl4pPr lvl="3" algn="l">
              <a:lnSpc>
                <a:spcPct val="100000"/>
              </a:lnSpc>
              <a:spcBef>
                <a:spcPts val="0"/>
              </a:spcBef>
              <a:spcAft>
                <a:spcPts val="0"/>
              </a:spcAft>
              <a:buSzPts val="4800"/>
              <a:buNone/>
              <a:defRPr sz="4800"/>
            </a:lvl4pPr>
            <a:lvl5pPr lvl="4" algn="l">
              <a:lnSpc>
                <a:spcPct val="100000"/>
              </a:lnSpc>
              <a:spcBef>
                <a:spcPts val="0"/>
              </a:spcBef>
              <a:spcAft>
                <a:spcPts val="0"/>
              </a:spcAft>
              <a:buSzPts val="4800"/>
              <a:buNone/>
              <a:defRPr sz="4800"/>
            </a:lvl5pPr>
            <a:lvl6pPr lvl="5" algn="l">
              <a:lnSpc>
                <a:spcPct val="100000"/>
              </a:lnSpc>
              <a:spcBef>
                <a:spcPts val="0"/>
              </a:spcBef>
              <a:spcAft>
                <a:spcPts val="0"/>
              </a:spcAft>
              <a:buSzPts val="4800"/>
              <a:buNone/>
              <a:defRPr sz="4800"/>
            </a:lvl6pPr>
            <a:lvl7pPr lvl="6" algn="l">
              <a:lnSpc>
                <a:spcPct val="100000"/>
              </a:lnSpc>
              <a:spcBef>
                <a:spcPts val="0"/>
              </a:spcBef>
              <a:spcAft>
                <a:spcPts val="0"/>
              </a:spcAft>
              <a:buSzPts val="4800"/>
              <a:buNone/>
              <a:defRPr sz="4800"/>
            </a:lvl7pPr>
            <a:lvl8pPr lvl="7" algn="l">
              <a:lnSpc>
                <a:spcPct val="100000"/>
              </a:lnSpc>
              <a:spcBef>
                <a:spcPts val="0"/>
              </a:spcBef>
              <a:spcAft>
                <a:spcPts val="0"/>
              </a:spcAft>
              <a:buSzPts val="4800"/>
              <a:buNone/>
              <a:defRPr sz="4800"/>
            </a:lvl8pPr>
            <a:lvl9pPr lvl="8" algn="l">
              <a:lnSpc>
                <a:spcPct val="100000"/>
              </a:lnSpc>
              <a:spcBef>
                <a:spcPts val="0"/>
              </a:spcBef>
              <a:spcAft>
                <a:spcPts val="0"/>
              </a:spcAft>
              <a:buSzPts val="4800"/>
              <a:buNone/>
              <a:defRPr sz="4800"/>
            </a:lvl9pPr>
          </a:lstStyle>
          <a:p>
            <a:endParaRPr/>
          </a:p>
        </p:txBody>
      </p:sp>
      <p:sp>
        <p:nvSpPr>
          <p:cNvPr id="140" name="Google Shape;140;p31"/>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141"/>
        <p:cNvGrpSpPr/>
        <p:nvPr/>
      </p:nvGrpSpPr>
      <p:grpSpPr>
        <a:xfrm>
          <a:off x="0" y="0"/>
          <a:ext cx="0" cy="0"/>
          <a:chOff x="0" y="0"/>
          <a:chExt cx="0" cy="0"/>
        </a:xfrm>
      </p:grpSpPr>
      <p:sp>
        <p:nvSpPr>
          <p:cNvPr id="142" name="Google Shape;142;p32"/>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43" name="Google Shape;143;p32"/>
          <p:cNvSpPr txBox="1">
            <a:spLocks noGrp="1"/>
          </p:cNvSpPr>
          <p:nvPr>
            <p:ph type="title"/>
          </p:nvPr>
        </p:nvSpPr>
        <p:spPr>
          <a:xfrm>
            <a:off x="265500" y="1233175"/>
            <a:ext cx="4045200" cy="1482300"/>
          </a:xfrm>
          <a:prstGeom prst="rect">
            <a:avLst/>
          </a:prstGeom>
          <a:noFill/>
          <a:ln>
            <a:noFill/>
          </a:ln>
        </p:spPr>
        <p:txBody>
          <a:bodyPr spcFirstLastPara="1" wrap="square" lIns="91425" tIns="91425" rIns="91425" bIns="91425" anchor="b" anchorCtr="0">
            <a:noAutofit/>
          </a:bodyPr>
          <a:lstStyle>
            <a:lvl1pPr lvl="0" algn="ctr">
              <a:lnSpc>
                <a:spcPct val="100000"/>
              </a:lnSpc>
              <a:spcBef>
                <a:spcPts val="0"/>
              </a:spcBef>
              <a:spcAft>
                <a:spcPts val="0"/>
              </a:spcAft>
              <a:buSzPts val="4200"/>
              <a:buNone/>
              <a:defRPr sz="4200"/>
            </a:lvl1pPr>
            <a:lvl2pPr lvl="1" algn="ctr">
              <a:lnSpc>
                <a:spcPct val="100000"/>
              </a:lnSpc>
              <a:spcBef>
                <a:spcPts val="0"/>
              </a:spcBef>
              <a:spcAft>
                <a:spcPts val="0"/>
              </a:spcAft>
              <a:buSzPts val="4200"/>
              <a:buNone/>
              <a:defRPr sz="4200"/>
            </a:lvl2pPr>
            <a:lvl3pPr lvl="2" algn="ctr">
              <a:lnSpc>
                <a:spcPct val="100000"/>
              </a:lnSpc>
              <a:spcBef>
                <a:spcPts val="0"/>
              </a:spcBef>
              <a:spcAft>
                <a:spcPts val="0"/>
              </a:spcAft>
              <a:buSzPts val="4200"/>
              <a:buNone/>
              <a:defRPr sz="4200"/>
            </a:lvl3pPr>
            <a:lvl4pPr lvl="3" algn="ctr">
              <a:lnSpc>
                <a:spcPct val="100000"/>
              </a:lnSpc>
              <a:spcBef>
                <a:spcPts val="0"/>
              </a:spcBef>
              <a:spcAft>
                <a:spcPts val="0"/>
              </a:spcAft>
              <a:buSzPts val="4200"/>
              <a:buNone/>
              <a:defRPr sz="4200"/>
            </a:lvl4pPr>
            <a:lvl5pPr lvl="4" algn="ctr">
              <a:lnSpc>
                <a:spcPct val="100000"/>
              </a:lnSpc>
              <a:spcBef>
                <a:spcPts val="0"/>
              </a:spcBef>
              <a:spcAft>
                <a:spcPts val="0"/>
              </a:spcAft>
              <a:buSzPts val="4200"/>
              <a:buNone/>
              <a:defRPr sz="4200"/>
            </a:lvl5pPr>
            <a:lvl6pPr lvl="5" algn="ctr">
              <a:lnSpc>
                <a:spcPct val="100000"/>
              </a:lnSpc>
              <a:spcBef>
                <a:spcPts val="0"/>
              </a:spcBef>
              <a:spcAft>
                <a:spcPts val="0"/>
              </a:spcAft>
              <a:buSzPts val="4200"/>
              <a:buNone/>
              <a:defRPr sz="4200"/>
            </a:lvl6pPr>
            <a:lvl7pPr lvl="6" algn="ctr">
              <a:lnSpc>
                <a:spcPct val="100000"/>
              </a:lnSpc>
              <a:spcBef>
                <a:spcPts val="0"/>
              </a:spcBef>
              <a:spcAft>
                <a:spcPts val="0"/>
              </a:spcAft>
              <a:buSzPts val="4200"/>
              <a:buNone/>
              <a:defRPr sz="4200"/>
            </a:lvl7pPr>
            <a:lvl8pPr lvl="7" algn="ctr">
              <a:lnSpc>
                <a:spcPct val="100000"/>
              </a:lnSpc>
              <a:spcBef>
                <a:spcPts val="0"/>
              </a:spcBef>
              <a:spcAft>
                <a:spcPts val="0"/>
              </a:spcAft>
              <a:buSzPts val="4200"/>
              <a:buNone/>
              <a:defRPr sz="4200"/>
            </a:lvl8pPr>
            <a:lvl9pPr lvl="8" algn="ctr">
              <a:lnSpc>
                <a:spcPct val="100000"/>
              </a:lnSpc>
              <a:spcBef>
                <a:spcPts val="0"/>
              </a:spcBef>
              <a:spcAft>
                <a:spcPts val="0"/>
              </a:spcAft>
              <a:buSzPts val="4200"/>
              <a:buNone/>
              <a:defRPr sz="4200"/>
            </a:lvl9pPr>
          </a:lstStyle>
          <a:p>
            <a:endParaRPr/>
          </a:p>
        </p:txBody>
      </p:sp>
      <p:sp>
        <p:nvSpPr>
          <p:cNvPr id="144" name="Google Shape;144;p32"/>
          <p:cNvSpPr txBox="1">
            <a:spLocks noGrp="1"/>
          </p:cNvSpPr>
          <p:nvPr>
            <p:ph type="subTitle" idx="1"/>
          </p:nvPr>
        </p:nvSpPr>
        <p:spPr>
          <a:xfrm>
            <a:off x="265500" y="2803075"/>
            <a:ext cx="4045200" cy="1235100"/>
          </a:xfrm>
          <a:prstGeom prst="rect">
            <a:avLst/>
          </a:prstGeom>
          <a:noFill/>
          <a:ln>
            <a:noFill/>
          </a:ln>
        </p:spPr>
        <p:txBody>
          <a:bodyPr spcFirstLastPara="1" wrap="square" lIns="91425" tIns="91425" rIns="91425" bIns="91425" anchor="t" anchorCtr="0">
            <a:no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145" name="Google Shape;145;p32"/>
          <p:cNvSpPr txBox="1">
            <a:spLocks noGrp="1"/>
          </p:cNvSpPr>
          <p:nvPr>
            <p:ph type="body" idx="2"/>
          </p:nvPr>
        </p:nvSpPr>
        <p:spPr>
          <a:xfrm>
            <a:off x="4939500" y="724075"/>
            <a:ext cx="3837000" cy="3695100"/>
          </a:xfrm>
          <a:prstGeom prst="rect">
            <a:avLst/>
          </a:prstGeom>
          <a:noFill/>
          <a:ln>
            <a:noFill/>
          </a:ln>
        </p:spPr>
        <p:txBody>
          <a:bodyPr spcFirstLastPara="1" wrap="square" lIns="91425" tIns="91425" rIns="91425" bIns="91425" anchor="ctr" anchorCtr="0">
            <a:noAutofit/>
          </a:bodyPr>
          <a:lstStyle>
            <a:lvl1pPr marL="457200" lvl="0" indent="-323850" algn="l">
              <a:lnSpc>
                <a:spcPct val="115000"/>
              </a:lnSpc>
              <a:spcBef>
                <a:spcPts val="0"/>
              </a:spcBef>
              <a:spcAft>
                <a:spcPts val="0"/>
              </a:spcAft>
              <a:buSzPts val="1500"/>
              <a:buChar char="●"/>
              <a:defRPr/>
            </a:lvl1pPr>
            <a:lvl2pPr marL="914400" lvl="1" indent="-311150" algn="l">
              <a:lnSpc>
                <a:spcPct val="115000"/>
              </a:lnSpc>
              <a:spcBef>
                <a:spcPts val="1600"/>
              </a:spcBef>
              <a:spcAft>
                <a:spcPts val="0"/>
              </a:spcAft>
              <a:buSzPts val="1300"/>
              <a:buChar char="○"/>
              <a:defRPr/>
            </a:lvl2pPr>
            <a:lvl3pPr marL="1371600" lvl="2" indent="-304800" algn="l">
              <a:lnSpc>
                <a:spcPct val="115000"/>
              </a:lnSpc>
              <a:spcBef>
                <a:spcPts val="1600"/>
              </a:spcBef>
              <a:spcAft>
                <a:spcPts val="0"/>
              </a:spcAft>
              <a:buSzPts val="1200"/>
              <a:buChar char="■"/>
              <a:defRPr/>
            </a:lvl3pPr>
            <a:lvl4pPr marL="1828800" lvl="3" indent="-298450" algn="l">
              <a:lnSpc>
                <a:spcPct val="115000"/>
              </a:lnSpc>
              <a:spcBef>
                <a:spcPts val="1600"/>
              </a:spcBef>
              <a:spcAft>
                <a:spcPts val="0"/>
              </a:spcAft>
              <a:buSzPts val="1100"/>
              <a:buChar char="●"/>
              <a:defRPr/>
            </a:lvl4pPr>
            <a:lvl5pPr marL="2286000" lvl="4" indent="-292100" algn="l">
              <a:lnSpc>
                <a:spcPct val="115000"/>
              </a:lnSpc>
              <a:spcBef>
                <a:spcPts val="1600"/>
              </a:spcBef>
              <a:spcAft>
                <a:spcPts val="0"/>
              </a:spcAft>
              <a:buSzPts val="1000"/>
              <a:buChar char="○"/>
              <a:defRPr/>
            </a:lvl5pPr>
            <a:lvl6pPr marL="2743200" lvl="5" indent="-285750" algn="l">
              <a:lnSpc>
                <a:spcPct val="115000"/>
              </a:lnSpc>
              <a:spcBef>
                <a:spcPts val="1600"/>
              </a:spcBef>
              <a:spcAft>
                <a:spcPts val="0"/>
              </a:spcAft>
              <a:buSzPts val="900"/>
              <a:buChar char="■"/>
              <a:defRPr/>
            </a:lvl6pPr>
            <a:lvl7pPr marL="3200400" lvl="6" indent="-279400" algn="l">
              <a:lnSpc>
                <a:spcPct val="115000"/>
              </a:lnSpc>
              <a:spcBef>
                <a:spcPts val="1600"/>
              </a:spcBef>
              <a:spcAft>
                <a:spcPts val="0"/>
              </a:spcAft>
              <a:buSzPts val="800"/>
              <a:buChar char="●"/>
              <a:defRPr/>
            </a:lvl7pPr>
            <a:lvl8pPr marL="3657600" lvl="7" indent="-273050" algn="l">
              <a:lnSpc>
                <a:spcPct val="115000"/>
              </a:lnSpc>
              <a:spcBef>
                <a:spcPts val="1600"/>
              </a:spcBef>
              <a:spcAft>
                <a:spcPts val="0"/>
              </a:spcAft>
              <a:buSzPts val="700"/>
              <a:buChar char="○"/>
              <a:defRPr/>
            </a:lvl8pPr>
            <a:lvl9pPr marL="4114800" lvl="8" indent="-266700" algn="l">
              <a:lnSpc>
                <a:spcPct val="115000"/>
              </a:lnSpc>
              <a:spcBef>
                <a:spcPts val="1600"/>
              </a:spcBef>
              <a:spcAft>
                <a:spcPts val="1600"/>
              </a:spcAft>
              <a:buSzPts val="600"/>
              <a:buChar char="■"/>
              <a:defRPr/>
            </a:lvl9pPr>
          </a:lstStyle>
          <a:p>
            <a:endParaRPr/>
          </a:p>
        </p:txBody>
      </p:sp>
      <p:sp>
        <p:nvSpPr>
          <p:cNvPr id="146" name="Google Shape;146;p32"/>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47"/>
        <p:cNvGrpSpPr/>
        <p:nvPr/>
      </p:nvGrpSpPr>
      <p:grpSpPr>
        <a:xfrm>
          <a:off x="0" y="0"/>
          <a:ext cx="0" cy="0"/>
          <a:chOff x="0" y="0"/>
          <a:chExt cx="0" cy="0"/>
        </a:xfrm>
      </p:grpSpPr>
      <p:sp>
        <p:nvSpPr>
          <p:cNvPr id="148" name="Google Shape;148;p33"/>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8.xml"/><Relationship Id="rId3" Type="http://schemas.openxmlformats.org/officeDocument/2006/relationships/slideLayout" Target="../slideLayouts/slideLayout13.xml"/><Relationship Id="rId7" Type="http://schemas.openxmlformats.org/officeDocument/2006/relationships/slideLayout" Target="../slideLayouts/slideLayout17.xml"/><Relationship Id="rId12" Type="http://schemas.openxmlformats.org/officeDocument/2006/relationships/image" Target="../media/image1.png"/><Relationship Id="rId2" Type="http://schemas.openxmlformats.org/officeDocument/2006/relationships/slideLayout" Target="../slideLayouts/slideLayout12.xml"/><Relationship Id="rId1" Type="http://schemas.openxmlformats.org/officeDocument/2006/relationships/slideLayout" Target="../slideLayouts/slideLayout11.xml"/><Relationship Id="rId6" Type="http://schemas.openxmlformats.org/officeDocument/2006/relationships/slideLayout" Target="../slideLayouts/slideLayout16.xml"/><Relationship Id="rId11" Type="http://schemas.openxmlformats.org/officeDocument/2006/relationships/theme" Target="../theme/theme2.xml"/><Relationship Id="rId5" Type="http://schemas.openxmlformats.org/officeDocument/2006/relationships/slideLayout" Target="../slideLayouts/slideLayout15.xml"/><Relationship Id="rId10" Type="http://schemas.openxmlformats.org/officeDocument/2006/relationships/slideLayout" Target="../slideLayouts/slideLayout20.xml"/><Relationship Id="rId4" Type="http://schemas.openxmlformats.org/officeDocument/2006/relationships/slideLayout" Target="../slideLayouts/slideLayout14.xml"/><Relationship Id="rId9" Type="http://schemas.openxmlformats.org/officeDocument/2006/relationships/slideLayout" Target="../slideLayouts/slideLayout19.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28.xml"/><Relationship Id="rId3" Type="http://schemas.openxmlformats.org/officeDocument/2006/relationships/slideLayout" Target="../slideLayouts/slideLayout23.xml"/><Relationship Id="rId7" Type="http://schemas.openxmlformats.org/officeDocument/2006/relationships/slideLayout" Target="../slideLayouts/slideLayout27.xml"/><Relationship Id="rId12" Type="http://schemas.openxmlformats.org/officeDocument/2006/relationships/image" Target="../media/image1.png"/><Relationship Id="rId2" Type="http://schemas.openxmlformats.org/officeDocument/2006/relationships/slideLayout" Target="../slideLayouts/slideLayout22.xml"/><Relationship Id="rId1" Type="http://schemas.openxmlformats.org/officeDocument/2006/relationships/slideLayout" Target="../slideLayouts/slideLayout21.xml"/><Relationship Id="rId6" Type="http://schemas.openxmlformats.org/officeDocument/2006/relationships/slideLayout" Target="../slideLayouts/slideLayout26.xml"/><Relationship Id="rId11" Type="http://schemas.openxmlformats.org/officeDocument/2006/relationships/theme" Target="../theme/theme3.xml"/><Relationship Id="rId5" Type="http://schemas.openxmlformats.org/officeDocument/2006/relationships/slideLayout" Target="../slideLayouts/slideLayout25.xml"/><Relationship Id="rId10" Type="http://schemas.openxmlformats.org/officeDocument/2006/relationships/slideLayout" Target="../slideLayouts/slideLayout30.xml"/><Relationship Id="rId4" Type="http://schemas.openxmlformats.org/officeDocument/2006/relationships/slideLayout" Target="../slideLayouts/slideLayout24.xml"/><Relationship Id="rId9" Type="http://schemas.openxmlformats.org/officeDocument/2006/relationships/slideLayout" Target="../slideLayouts/slideLayout2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201972" y="288368"/>
            <a:ext cx="8520600" cy="572700"/>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rgbClr val="434343"/>
              </a:buClr>
              <a:buSzPts val="2200"/>
              <a:buFont typeface="Nunito"/>
              <a:buNone/>
              <a:defRPr sz="2200" b="1" i="0" u="none" strike="noStrike" cap="none">
                <a:solidFill>
                  <a:srgbClr val="434343"/>
                </a:solidFill>
                <a:latin typeface="Nunito"/>
                <a:ea typeface="Nunito"/>
                <a:cs typeface="Nunito"/>
                <a:sym typeface="Nunito"/>
              </a:defRPr>
            </a:lvl1pPr>
            <a:lvl2pPr marR="0" lvl="1"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2pPr>
            <a:lvl3pPr marR="0" lvl="2"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3pPr>
            <a:lvl4pPr marR="0" lvl="3"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4pPr>
            <a:lvl5pPr marR="0" lvl="4"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5pPr>
            <a:lvl6pPr marR="0" lvl="5"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6pPr>
            <a:lvl7pPr marR="0" lvl="6"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7pPr>
            <a:lvl8pPr marR="0" lvl="7"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8pPr>
            <a:lvl9pPr marR="0" lvl="8"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9pPr>
          </a:lstStyle>
          <a:p>
            <a:endParaRPr/>
          </a:p>
        </p:txBody>
      </p:sp>
      <p:sp>
        <p:nvSpPr>
          <p:cNvPr id="7" name="Google Shape;7;p1"/>
          <p:cNvSpPr txBox="1">
            <a:spLocks noGrp="1"/>
          </p:cNvSpPr>
          <p:nvPr>
            <p:ph type="body" idx="1"/>
          </p:nvPr>
        </p:nvSpPr>
        <p:spPr>
          <a:xfrm>
            <a:off x="311700" y="861075"/>
            <a:ext cx="8520600" cy="3416400"/>
          </a:xfrm>
          <a:prstGeom prst="rect">
            <a:avLst/>
          </a:prstGeom>
          <a:noFill/>
          <a:ln>
            <a:noFill/>
          </a:ln>
        </p:spPr>
        <p:txBody>
          <a:bodyPr spcFirstLastPara="1" wrap="square" lIns="91425" tIns="91425" rIns="91425" bIns="91425" anchor="t" anchorCtr="0">
            <a:noAutofit/>
          </a:bodyPr>
          <a:lstStyle>
            <a:lvl1pPr marL="457200" marR="0" lvl="0" indent="-323850" algn="l" rtl="0">
              <a:lnSpc>
                <a:spcPct val="115000"/>
              </a:lnSpc>
              <a:spcBef>
                <a:spcPts val="0"/>
              </a:spcBef>
              <a:spcAft>
                <a:spcPts val="0"/>
              </a:spcAft>
              <a:buClr>
                <a:schemeClr val="dk2"/>
              </a:buClr>
              <a:buSzPts val="1500"/>
              <a:buFont typeface="Nunito"/>
              <a:buChar char="●"/>
              <a:defRPr sz="1500" b="0" i="0" u="none" strike="noStrike" cap="none">
                <a:solidFill>
                  <a:schemeClr val="dk2"/>
                </a:solidFill>
                <a:latin typeface="Nunito"/>
                <a:ea typeface="Nunito"/>
                <a:cs typeface="Nunito"/>
                <a:sym typeface="Nunito"/>
              </a:defRPr>
            </a:lvl1pPr>
            <a:lvl2pPr marL="914400" marR="0" lvl="1" indent="-311150" algn="l" rtl="0">
              <a:lnSpc>
                <a:spcPct val="115000"/>
              </a:lnSpc>
              <a:spcBef>
                <a:spcPts val="1600"/>
              </a:spcBef>
              <a:spcAft>
                <a:spcPts val="0"/>
              </a:spcAft>
              <a:buClr>
                <a:schemeClr val="dk2"/>
              </a:buClr>
              <a:buSzPts val="1300"/>
              <a:buFont typeface="Nunito"/>
              <a:buChar char="○"/>
              <a:defRPr sz="1300" b="0" i="0" u="none" strike="noStrike" cap="none">
                <a:solidFill>
                  <a:schemeClr val="dk2"/>
                </a:solidFill>
                <a:latin typeface="Nunito"/>
                <a:ea typeface="Nunito"/>
                <a:cs typeface="Nunito"/>
                <a:sym typeface="Nunito"/>
              </a:defRPr>
            </a:lvl2pPr>
            <a:lvl3pPr marL="1371600" marR="0" lvl="2" indent="-304800" algn="l" rtl="0">
              <a:lnSpc>
                <a:spcPct val="115000"/>
              </a:lnSpc>
              <a:spcBef>
                <a:spcPts val="1600"/>
              </a:spcBef>
              <a:spcAft>
                <a:spcPts val="0"/>
              </a:spcAft>
              <a:buClr>
                <a:schemeClr val="dk2"/>
              </a:buClr>
              <a:buSzPts val="1200"/>
              <a:buFont typeface="Nunito"/>
              <a:buChar char="■"/>
              <a:defRPr sz="1200" b="0" i="0" u="none" strike="noStrike" cap="none">
                <a:solidFill>
                  <a:schemeClr val="dk2"/>
                </a:solidFill>
                <a:latin typeface="Nunito"/>
                <a:ea typeface="Nunito"/>
                <a:cs typeface="Nunito"/>
                <a:sym typeface="Nunito"/>
              </a:defRPr>
            </a:lvl3pPr>
            <a:lvl4pPr marL="1828800" marR="0" lvl="3" indent="-298450" algn="l" rtl="0">
              <a:lnSpc>
                <a:spcPct val="115000"/>
              </a:lnSpc>
              <a:spcBef>
                <a:spcPts val="1600"/>
              </a:spcBef>
              <a:spcAft>
                <a:spcPts val="0"/>
              </a:spcAft>
              <a:buClr>
                <a:schemeClr val="dk2"/>
              </a:buClr>
              <a:buSzPts val="1100"/>
              <a:buFont typeface="Nunito"/>
              <a:buChar char="●"/>
              <a:defRPr sz="1100" b="0" i="0" u="none" strike="noStrike" cap="none">
                <a:solidFill>
                  <a:schemeClr val="dk2"/>
                </a:solidFill>
                <a:latin typeface="Nunito"/>
                <a:ea typeface="Nunito"/>
                <a:cs typeface="Nunito"/>
                <a:sym typeface="Nunito"/>
              </a:defRPr>
            </a:lvl4pPr>
            <a:lvl5pPr marL="2286000" marR="0" lvl="4" indent="-292100" algn="l" rtl="0">
              <a:lnSpc>
                <a:spcPct val="115000"/>
              </a:lnSpc>
              <a:spcBef>
                <a:spcPts val="1600"/>
              </a:spcBef>
              <a:spcAft>
                <a:spcPts val="0"/>
              </a:spcAft>
              <a:buClr>
                <a:schemeClr val="dk2"/>
              </a:buClr>
              <a:buSzPts val="1000"/>
              <a:buFont typeface="Nunito"/>
              <a:buChar char="○"/>
              <a:defRPr sz="1000" b="0" i="0" u="none" strike="noStrike" cap="none">
                <a:solidFill>
                  <a:schemeClr val="dk2"/>
                </a:solidFill>
                <a:latin typeface="Nunito"/>
                <a:ea typeface="Nunito"/>
                <a:cs typeface="Nunito"/>
                <a:sym typeface="Nunito"/>
              </a:defRPr>
            </a:lvl5pPr>
            <a:lvl6pPr marL="2743200" marR="0" lvl="5" indent="-285750" algn="l" rtl="0">
              <a:lnSpc>
                <a:spcPct val="115000"/>
              </a:lnSpc>
              <a:spcBef>
                <a:spcPts val="1600"/>
              </a:spcBef>
              <a:spcAft>
                <a:spcPts val="0"/>
              </a:spcAft>
              <a:buClr>
                <a:schemeClr val="dk2"/>
              </a:buClr>
              <a:buSzPts val="900"/>
              <a:buFont typeface="Nunito"/>
              <a:buChar char="■"/>
              <a:defRPr sz="900" b="0" i="0" u="none" strike="noStrike" cap="none">
                <a:solidFill>
                  <a:schemeClr val="dk2"/>
                </a:solidFill>
                <a:latin typeface="Nunito"/>
                <a:ea typeface="Nunito"/>
                <a:cs typeface="Nunito"/>
                <a:sym typeface="Nunito"/>
              </a:defRPr>
            </a:lvl6pPr>
            <a:lvl7pPr marL="3200400" marR="0" lvl="6" indent="-279400" algn="l" rtl="0">
              <a:lnSpc>
                <a:spcPct val="115000"/>
              </a:lnSpc>
              <a:spcBef>
                <a:spcPts val="1600"/>
              </a:spcBef>
              <a:spcAft>
                <a:spcPts val="0"/>
              </a:spcAft>
              <a:buClr>
                <a:schemeClr val="dk2"/>
              </a:buClr>
              <a:buSzPts val="800"/>
              <a:buFont typeface="Nunito"/>
              <a:buChar char="●"/>
              <a:defRPr sz="800" b="0" i="0" u="none" strike="noStrike" cap="none">
                <a:solidFill>
                  <a:schemeClr val="dk2"/>
                </a:solidFill>
                <a:latin typeface="Nunito"/>
                <a:ea typeface="Nunito"/>
                <a:cs typeface="Nunito"/>
                <a:sym typeface="Nunito"/>
              </a:defRPr>
            </a:lvl7pPr>
            <a:lvl8pPr marL="3657600" marR="0" lvl="7" indent="-273050" algn="l" rtl="0">
              <a:lnSpc>
                <a:spcPct val="115000"/>
              </a:lnSpc>
              <a:spcBef>
                <a:spcPts val="1600"/>
              </a:spcBef>
              <a:spcAft>
                <a:spcPts val="0"/>
              </a:spcAft>
              <a:buClr>
                <a:schemeClr val="dk2"/>
              </a:buClr>
              <a:buSzPts val="700"/>
              <a:buFont typeface="Nunito"/>
              <a:buChar char="○"/>
              <a:defRPr sz="700" b="0" i="0" u="none" strike="noStrike" cap="none">
                <a:solidFill>
                  <a:schemeClr val="dk2"/>
                </a:solidFill>
                <a:latin typeface="Nunito"/>
                <a:ea typeface="Nunito"/>
                <a:cs typeface="Nunito"/>
                <a:sym typeface="Nunito"/>
              </a:defRPr>
            </a:lvl8pPr>
            <a:lvl9pPr marL="4114800" marR="0" lvl="8" indent="-266700" algn="l" rtl="0">
              <a:lnSpc>
                <a:spcPct val="115000"/>
              </a:lnSpc>
              <a:spcBef>
                <a:spcPts val="1600"/>
              </a:spcBef>
              <a:spcAft>
                <a:spcPts val="1600"/>
              </a:spcAft>
              <a:buClr>
                <a:schemeClr val="dk2"/>
              </a:buClr>
              <a:buSzPts val="600"/>
              <a:buFont typeface="Nunito"/>
              <a:buChar char="■"/>
              <a:defRPr sz="600" b="0" i="0" u="none" strike="noStrike" cap="none">
                <a:solidFill>
                  <a:schemeClr val="dk2"/>
                </a:solidFill>
                <a:latin typeface="Nunito"/>
                <a:ea typeface="Nunito"/>
                <a:cs typeface="Nunito"/>
                <a:sym typeface="Nunito"/>
              </a:defRPr>
            </a:lvl9pPr>
          </a:lstStyle>
          <a:p>
            <a:endParaRPr/>
          </a:p>
        </p:txBody>
      </p:sp>
      <p:sp>
        <p:nvSpPr>
          <p:cNvPr id="8" name="Google Shape;8;p1"/>
          <p:cNvSpPr txBox="1"/>
          <p:nvPr/>
        </p:nvSpPr>
        <p:spPr>
          <a:xfrm>
            <a:off x="2234400" y="4917657"/>
            <a:ext cx="4675200" cy="275700"/>
          </a:xfrm>
          <a:prstGeom prst="rect">
            <a:avLst/>
          </a:prstGeom>
          <a:noFill/>
          <a:ln>
            <a:noFill/>
          </a:ln>
        </p:spPr>
        <p:txBody>
          <a:bodyPr spcFirstLastPara="1" wrap="square" lIns="91425" tIns="91425" rIns="91425" bIns="91425" anchor="t" anchorCtr="0">
            <a:noAutofit/>
          </a:bodyPr>
          <a:lstStyle/>
          <a:p>
            <a:pPr marL="12700" marR="0" lvl="0" indent="0" algn="ctr" rtl="0">
              <a:lnSpc>
                <a:spcPct val="102500"/>
              </a:lnSpc>
              <a:spcBef>
                <a:spcPts val="0"/>
              </a:spcBef>
              <a:spcAft>
                <a:spcPts val="0"/>
              </a:spcAft>
              <a:buClr>
                <a:srgbClr val="000000"/>
              </a:buClr>
              <a:buSzPts val="700"/>
              <a:buFont typeface="Arial"/>
              <a:buNone/>
            </a:pPr>
            <a:r>
              <a:rPr lang="en-US" sz="700" b="1" i="0" u="none" strike="noStrike" cap="none">
                <a:solidFill>
                  <a:srgbClr val="434343"/>
                </a:solidFill>
                <a:latin typeface="Nunito"/>
                <a:ea typeface="Nunito"/>
                <a:cs typeface="Nunito"/>
                <a:sym typeface="Nunito"/>
              </a:rPr>
              <a:t>Proprietary content. © Great Learning. All Rights Reserved. Unauthorized use or distribution prohibited.</a:t>
            </a:r>
            <a:endParaRPr sz="700" b="1" i="0" u="none" strike="noStrike" cap="none">
              <a:solidFill>
                <a:srgbClr val="434343"/>
              </a:solidFill>
              <a:latin typeface="Nunito"/>
              <a:ea typeface="Nunito"/>
              <a:cs typeface="Nunito"/>
              <a:sym typeface="Nunito"/>
            </a:endParaRPr>
          </a:p>
        </p:txBody>
      </p:sp>
      <p:sp>
        <p:nvSpPr>
          <p:cNvPr id="9" name="Google Shape;9;p1"/>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US"/>
              <a:t>‹#›</a:t>
            </a:fld>
            <a:endParaRPr/>
          </a:p>
        </p:txBody>
      </p:sp>
      <p:pic>
        <p:nvPicPr>
          <p:cNvPr id="10" name="Google Shape;10;p1"/>
          <p:cNvPicPr preferRelativeResize="0"/>
          <p:nvPr/>
        </p:nvPicPr>
        <p:blipFill rotWithShape="1">
          <a:blip r:embed="rId12">
            <a:alphaModFix/>
          </a:blip>
          <a:srcRect/>
          <a:stretch/>
        </p:blipFill>
        <p:spPr>
          <a:xfrm>
            <a:off x="7669500" y="68264"/>
            <a:ext cx="1395476" cy="572701"/>
          </a:xfrm>
          <a:prstGeom prst="rect">
            <a:avLst/>
          </a:prstGeom>
          <a:noFill/>
          <a:ln>
            <a:noFill/>
          </a:ln>
        </p:spPr>
      </p:pic>
      <p:grpSp>
        <p:nvGrpSpPr>
          <p:cNvPr id="11" name="Google Shape;11;p1"/>
          <p:cNvGrpSpPr/>
          <p:nvPr/>
        </p:nvGrpSpPr>
        <p:grpSpPr>
          <a:xfrm>
            <a:off x="6593" y="10"/>
            <a:ext cx="175500" cy="709221"/>
            <a:chOff x="6593" y="10"/>
            <a:chExt cx="175500" cy="709221"/>
          </a:xfrm>
        </p:grpSpPr>
        <p:sp>
          <p:nvSpPr>
            <p:cNvPr id="12" name="Google Shape;12;p1"/>
            <p:cNvSpPr/>
            <p:nvPr/>
          </p:nvSpPr>
          <p:spPr>
            <a:xfrm>
              <a:off x="6593" y="10"/>
              <a:ext cx="175500" cy="355500"/>
            </a:xfrm>
            <a:prstGeom prst="rect">
              <a:avLst/>
            </a:prstGeom>
            <a:solidFill>
              <a:srgbClr val="0E39A9"/>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3" name="Google Shape;13;p1"/>
            <p:cNvSpPr/>
            <p:nvPr/>
          </p:nvSpPr>
          <p:spPr>
            <a:xfrm>
              <a:off x="6593" y="353731"/>
              <a:ext cx="175500" cy="355500"/>
            </a:xfrm>
            <a:prstGeom prst="rect">
              <a:avLst/>
            </a:prstGeom>
            <a:solidFill>
              <a:srgbClr val="1974D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Lst>
  <p:hf hdr="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3"/>
        <p:cNvGrpSpPr/>
        <p:nvPr/>
      </p:nvGrpSpPr>
      <p:grpSpPr>
        <a:xfrm>
          <a:off x="0" y="0"/>
          <a:ext cx="0" cy="0"/>
          <a:chOff x="0" y="0"/>
          <a:chExt cx="0" cy="0"/>
        </a:xfrm>
      </p:grpSpPr>
      <p:sp>
        <p:nvSpPr>
          <p:cNvPr id="54" name="Google Shape;54;p12"/>
          <p:cNvSpPr txBox="1">
            <a:spLocks noGrp="1"/>
          </p:cNvSpPr>
          <p:nvPr>
            <p:ph type="title"/>
          </p:nvPr>
        </p:nvSpPr>
        <p:spPr>
          <a:xfrm>
            <a:off x="201972" y="288368"/>
            <a:ext cx="8520600" cy="572700"/>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rgbClr val="434343"/>
              </a:buClr>
              <a:buSzPts val="2200"/>
              <a:buFont typeface="Nunito"/>
              <a:buNone/>
              <a:defRPr sz="2200" b="1" i="0" u="none" strike="noStrike" cap="none">
                <a:solidFill>
                  <a:srgbClr val="434343"/>
                </a:solidFill>
                <a:latin typeface="Nunito"/>
                <a:ea typeface="Nunito"/>
                <a:cs typeface="Nunito"/>
                <a:sym typeface="Nunito"/>
              </a:defRPr>
            </a:lvl1pPr>
            <a:lvl2pPr marR="0" lvl="1"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2pPr>
            <a:lvl3pPr marR="0" lvl="2"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3pPr>
            <a:lvl4pPr marR="0" lvl="3"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4pPr>
            <a:lvl5pPr marR="0" lvl="4"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5pPr>
            <a:lvl6pPr marR="0" lvl="5"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6pPr>
            <a:lvl7pPr marR="0" lvl="6"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7pPr>
            <a:lvl8pPr marR="0" lvl="7"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8pPr>
            <a:lvl9pPr marR="0" lvl="8"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9pPr>
          </a:lstStyle>
          <a:p>
            <a:endParaRPr/>
          </a:p>
        </p:txBody>
      </p:sp>
      <p:sp>
        <p:nvSpPr>
          <p:cNvPr id="55" name="Google Shape;55;p12"/>
          <p:cNvSpPr txBox="1">
            <a:spLocks noGrp="1"/>
          </p:cNvSpPr>
          <p:nvPr>
            <p:ph type="body" idx="1"/>
          </p:nvPr>
        </p:nvSpPr>
        <p:spPr>
          <a:xfrm>
            <a:off x="311700" y="861075"/>
            <a:ext cx="8520600" cy="3416400"/>
          </a:xfrm>
          <a:prstGeom prst="rect">
            <a:avLst/>
          </a:prstGeom>
          <a:noFill/>
          <a:ln>
            <a:noFill/>
          </a:ln>
        </p:spPr>
        <p:txBody>
          <a:bodyPr spcFirstLastPara="1" wrap="square" lIns="91425" tIns="91425" rIns="91425" bIns="91425" anchor="t" anchorCtr="0">
            <a:noAutofit/>
          </a:bodyPr>
          <a:lstStyle>
            <a:lvl1pPr marL="457200" marR="0" lvl="0" indent="-323850" algn="l" rtl="0">
              <a:lnSpc>
                <a:spcPct val="115000"/>
              </a:lnSpc>
              <a:spcBef>
                <a:spcPts val="0"/>
              </a:spcBef>
              <a:spcAft>
                <a:spcPts val="0"/>
              </a:spcAft>
              <a:buClr>
                <a:schemeClr val="dk2"/>
              </a:buClr>
              <a:buSzPts val="1500"/>
              <a:buFont typeface="Nunito"/>
              <a:buChar char="●"/>
              <a:defRPr sz="1500" b="0" i="0" u="none" strike="noStrike" cap="none">
                <a:solidFill>
                  <a:schemeClr val="dk2"/>
                </a:solidFill>
                <a:latin typeface="Nunito"/>
                <a:ea typeface="Nunito"/>
                <a:cs typeface="Nunito"/>
                <a:sym typeface="Nunito"/>
              </a:defRPr>
            </a:lvl1pPr>
            <a:lvl2pPr marL="914400" marR="0" lvl="1" indent="-311150" algn="l" rtl="0">
              <a:lnSpc>
                <a:spcPct val="115000"/>
              </a:lnSpc>
              <a:spcBef>
                <a:spcPts val="1600"/>
              </a:spcBef>
              <a:spcAft>
                <a:spcPts val="0"/>
              </a:spcAft>
              <a:buClr>
                <a:schemeClr val="dk2"/>
              </a:buClr>
              <a:buSzPts val="1300"/>
              <a:buFont typeface="Nunito"/>
              <a:buChar char="○"/>
              <a:defRPr sz="1300" b="0" i="0" u="none" strike="noStrike" cap="none">
                <a:solidFill>
                  <a:schemeClr val="dk2"/>
                </a:solidFill>
                <a:latin typeface="Nunito"/>
                <a:ea typeface="Nunito"/>
                <a:cs typeface="Nunito"/>
                <a:sym typeface="Nunito"/>
              </a:defRPr>
            </a:lvl2pPr>
            <a:lvl3pPr marL="1371600" marR="0" lvl="2" indent="-304800" algn="l" rtl="0">
              <a:lnSpc>
                <a:spcPct val="115000"/>
              </a:lnSpc>
              <a:spcBef>
                <a:spcPts val="1600"/>
              </a:spcBef>
              <a:spcAft>
                <a:spcPts val="0"/>
              </a:spcAft>
              <a:buClr>
                <a:schemeClr val="dk2"/>
              </a:buClr>
              <a:buSzPts val="1200"/>
              <a:buFont typeface="Nunito"/>
              <a:buChar char="■"/>
              <a:defRPr sz="1200" b="0" i="0" u="none" strike="noStrike" cap="none">
                <a:solidFill>
                  <a:schemeClr val="dk2"/>
                </a:solidFill>
                <a:latin typeface="Nunito"/>
                <a:ea typeface="Nunito"/>
                <a:cs typeface="Nunito"/>
                <a:sym typeface="Nunito"/>
              </a:defRPr>
            </a:lvl3pPr>
            <a:lvl4pPr marL="1828800" marR="0" lvl="3" indent="-298450" algn="l" rtl="0">
              <a:lnSpc>
                <a:spcPct val="115000"/>
              </a:lnSpc>
              <a:spcBef>
                <a:spcPts val="1600"/>
              </a:spcBef>
              <a:spcAft>
                <a:spcPts val="0"/>
              </a:spcAft>
              <a:buClr>
                <a:schemeClr val="dk2"/>
              </a:buClr>
              <a:buSzPts val="1100"/>
              <a:buFont typeface="Nunito"/>
              <a:buChar char="●"/>
              <a:defRPr sz="1100" b="0" i="0" u="none" strike="noStrike" cap="none">
                <a:solidFill>
                  <a:schemeClr val="dk2"/>
                </a:solidFill>
                <a:latin typeface="Nunito"/>
                <a:ea typeface="Nunito"/>
                <a:cs typeface="Nunito"/>
                <a:sym typeface="Nunito"/>
              </a:defRPr>
            </a:lvl4pPr>
            <a:lvl5pPr marL="2286000" marR="0" lvl="4" indent="-292100" algn="l" rtl="0">
              <a:lnSpc>
                <a:spcPct val="115000"/>
              </a:lnSpc>
              <a:spcBef>
                <a:spcPts val="1600"/>
              </a:spcBef>
              <a:spcAft>
                <a:spcPts val="0"/>
              </a:spcAft>
              <a:buClr>
                <a:schemeClr val="dk2"/>
              </a:buClr>
              <a:buSzPts val="1000"/>
              <a:buFont typeface="Nunito"/>
              <a:buChar char="○"/>
              <a:defRPr sz="1000" b="0" i="0" u="none" strike="noStrike" cap="none">
                <a:solidFill>
                  <a:schemeClr val="dk2"/>
                </a:solidFill>
                <a:latin typeface="Nunito"/>
                <a:ea typeface="Nunito"/>
                <a:cs typeface="Nunito"/>
                <a:sym typeface="Nunito"/>
              </a:defRPr>
            </a:lvl5pPr>
            <a:lvl6pPr marL="2743200" marR="0" lvl="5" indent="-285750" algn="l" rtl="0">
              <a:lnSpc>
                <a:spcPct val="115000"/>
              </a:lnSpc>
              <a:spcBef>
                <a:spcPts val="1600"/>
              </a:spcBef>
              <a:spcAft>
                <a:spcPts val="0"/>
              </a:spcAft>
              <a:buClr>
                <a:schemeClr val="dk2"/>
              </a:buClr>
              <a:buSzPts val="900"/>
              <a:buFont typeface="Nunito"/>
              <a:buChar char="■"/>
              <a:defRPr sz="900" b="0" i="0" u="none" strike="noStrike" cap="none">
                <a:solidFill>
                  <a:schemeClr val="dk2"/>
                </a:solidFill>
                <a:latin typeface="Nunito"/>
                <a:ea typeface="Nunito"/>
                <a:cs typeface="Nunito"/>
                <a:sym typeface="Nunito"/>
              </a:defRPr>
            </a:lvl6pPr>
            <a:lvl7pPr marL="3200400" marR="0" lvl="6" indent="-279400" algn="l" rtl="0">
              <a:lnSpc>
                <a:spcPct val="115000"/>
              </a:lnSpc>
              <a:spcBef>
                <a:spcPts val="1600"/>
              </a:spcBef>
              <a:spcAft>
                <a:spcPts val="0"/>
              </a:spcAft>
              <a:buClr>
                <a:schemeClr val="dk2"/>
              </a:buClr>
              <a:buSzPts val="800"/>
              <a:buFont typeface="Nunito"/>
              <a:buChar char="●"/>
              <a:defRPr sz="800" b="0" i="0" u="none" strike="noStrike" cap="none">
                <a:solidFill>
                  <a:schemeClr val="dk2"/>
                </a:solidFill>
                <a:latin typeface="Nunito"/>
                <a:ea typeface="Nunito"/>
                <a:cs typeface="Nunito"/>
                <a:sym typeface="Nunito"/>
              </a:defRPr>
            </a:lvl7pPr>
            <a:lvl8pPr marL="3657600" marR="0" lvl="7" indent="-273050" algn="l" rtl="0">
              <a:lnSpc>
                <a:spcPct val="115000"/>
              </a:lnSpc>
              <a:spcBef>
                <a:spcPts val="1600"/>
              </a:spcBef>
              <a:spcAft>
                <a:spcPts val="0"/>
              </a:spcAft>
              <a:buClr>
                <a:schemeClr val="dk2"/>
              </a:buClr>
              <a:buSzPts val="700"/>
              <a:buFont typeface="Nunito"/>
              <a:buChar char="○"/>
              <a:defRPr sz="700" b="0" i="0" u="none" strike="noStrike" cap="none">
                <a:solidFill>
                  <a:schemeClr val="dk2"/>
                </a:solidFill>
                <a:latin typeface="Nunito"/>
                <a:ea typeface="Nunito"/>
                <a:cs typeface="Nunito"/>
                <a:sym typeface="Nunito"/>
              </a:defRPr>
            </a:lvl8pPr>
            <a:lvl9pPr marL="4114800" marR="0" lvl="8" indent="-266700" algn="l" rtl="0">
              <a:lnSpc>
                <a:spcPct val="115000"/>
              </a:lnSpc>
              <a:spcBef>
                <a:spcPts val="1600"/>
              </a:spcBef>
              <a:spcAft>
                <a:spcPts val="1600"/>
              </a:spcAft>
              <a:buClr>
                <a:schemeClr val="dk2"/>
              </a:buClr>
              <a:buSzPts val="600"/>
              <a:buFont typeface="Nunito"/>
              <a:buChar char="■"/>
              <a:defRPr sz="600" b="0" i="0" u="none" strike="noStrike" cap="none">
                <a:solidFill>
                  <a:schemeClr val="dk2"/>
                </a:solidFill>
                <a:latin typeface="Nunito"/>
                <a:ea typeface="Nunito"/>
                <a:cs typeface="Nunito"/>
                <a:sym typeface="Nunito"/>
              </a:defRPr>
            </a:lvl9pPr>
          </a:lstStyle>
          <a:p>
            <a:endParaRPr/>
          </a:p>
        </p:txBody>
      </p:sp>
      <p:sp>
        <p:nvSpPr>
          <p:cNvPr id="56" name="Google Shape;56;p12"/>
          <p:cNvSpPr txBox="1"/>
          <p:nvPr/>
        </p:nvSpPr>
        <p:spPr>
          <a:xfrm>
            <a:off x="2234400" y="4917657"/>
            <a:ext cx="4675200" cy="275700"/>
          </a:xfrm>
          <a:prstGeom prst="rect">
            <a:avLst/>
          </a:prstGeom>
          <a:noFill/>
          <a:ln>
            <a:noFill/>
          </a:ln>
        </p:spPr>
        <p:txBody>
          <a:bodyPr spcFirstLastPara="1" wrap="square" lIns="91425" tIns="91425" rIns="91425" bIns="91425" anchor="t" anchorCtr="0">
            <a:noAutofit/>
          </a:bodyPr>
          <a:lstStyle/>
          <a:p>
            <a:pPr marL="12700" marR="0" lvl="0" indent="0" algn="ctr" rtl="0">
              <a:lnSpc>
                <a:spcPct val="102500"/>
              </a:lnSpc>
              <a:spcBef>
                <a:spcPts val="0"/>
              </a:spcBef>
              <a:spcAft>
                <a:spcPts val="0"/>
              </a:spcAft>
              <a:buClr>
                <a:srgbClr val="000000"/>
              </a:buClr>
              <a:buSzPts val="700"/>
              <a:buFont typeface="Arial"/>
              <a:buNone/>
            </a:pPr>
            <a:r>
              <a:rPr lang="en-US" sz="700" b="1" i="0" u="none" strike="noStrike" cap="none">
                <a:solidFill>
                  <a:srgbClr val="434343"/>
                </a:solidFill>
                <a:latin typeface="Nunito"/>
                <a:ea typeface="Nunito"/>
                <a:cs typeface="Nunito"/>
                <a:sym typeface="Nunito"/>
              </a:rPr>
              <a:t>Proprietary content. © Great Learning. All Rights Reserved. Unauthorized use or distribution prohibited.</a:t>
            </a:r>
            <a:endParaRPr sz="700" b="1" i="0" u="none" strike="noStrike" cap="none">
              <a:solidFill>
                <a:srgbClr val="434343"/>
              </a:solidFill>
              <a:latin typeface="Nunito"/>
              <a:ea typeface="Nunito"/>
              <a:cs typeface="Nunito"/>
              <a:sym typeface="Nunito"/>
            </a:endParaRPr>
          </a:p>
        </p:txBody>
      </p:sp>
      <p:sp>
        <p:nvSpPr>
          <p:cNvPr id="57" name="Google Shape;57;p12"/>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US"/>
              <a:t>‹#›</a:t>
            </a:fld>
            <a:endParaRPr/>
          </a:p>
        </p:txBody>
      </p:sp>
      <p:pic>
        <p:nvPicPr>
          <p:cNvPr id="58" name="Google Shape;58;p12"/>
          <p:cNvPicPr preferRelativeResize="0"/>
          <p:nvPr/>
        </p:nvPicPr>
        <p:blipFill rotWithShape="1">
          <a:blip r:embed="rId12">
            <a:alphaModFix/>
          </a:blip>
          <a:srcRect/>
          <a:stretch/>
        </p:blipFill>
        <p:spPr>
          <a:xfrm>
            <a:off x="7669500" y="68264"/>
            <a:ext cx="1395475" cy="572700"/>
          </a:xfrm>
          <a:prstGeom prst="rect">
            <a:avLst/>
          </a:prstGeom>
          <a:noFill/>
          <a:ln>
            <a:noFill/>
          </a:ln>
        </p:spPr>
      </p:pic>
      <p:grpSp>
        <p:nvGrpSpPr>
          <p:cNvPr id="59" name="Google Shape;59;p12"/>
          <p:cNvGrpSpPr/>
          <p:nvPr/>
        </p:nvGrpSpPr>
        <p:grpSpPr>
          <a:xfrm>
            <a:off x="6593" y="10"/>
            <a:ext cx="175500" cy="709221"/>
            <a:chOff x="6593" y="10"/>
            <a:chExt cx="175500" cy="709221"/>
          </a:xfrm>
        </p:grpSpPr>
        <p:sp>
          <p:nvSpPr>
            <p:cNvPr id="60" name="Google Shape;60;p12"/>
            <p:cNvSpPr/>
            <p:nvPr/>
          </p:nvSpPr>
          <p:spPr>
            <a:xfrm>
              <a:off x="6593" y="10"/>
              <a:ext cx="175500" cy="355500"/>
            </a:xfrm>
            <a:prstGeom prst="rect">
              <a:avLst/>
            </a:prstGeom>
            <a:solidFill>
              <a:srgbClr val="0E39A9"/>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61" name="Google Shape;61;p12"/>
            <p:cNvSpPr/>
            <p:nvPr/>
          </p:nvSpPr>
          <p:spPr>
            <a:xfrm>
              <a:off x="6593" y="353731"/>
              <a:ext cx="175500" cy="355500"/>
            </a:xfrm>
            <a:prstGeom prst="rect">
              <a:avLst/>
            </a:prstGeom>
            <a:solidFill>
              <a:srgbClr val="1974D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pSp>
    </p:spTree>
  </p:cSld>
  <p:clrMap bg1="lt1" tx1="dk1" bg2="dk2" tx2="lt2" accent1="accent1" accent2="accent2" accent3="accent3" accent4="accent4" accent5="accent5" accent6="accent6" hlink="hlink" folHlink="folHlink"/>
  <p:sldLayoutIdLst>
    <p:sldLayoutId id="2147483658" r:id="rId1"/>
    <p:sldLayoutId id="2147483659" r:id="rId2"/>
    <p:sldLayoutId id="2147483660" r:id="rId3"/>
    <p:sldLayoutId id="2147483661" r:id="rId4"/>
    <p:sldLayoutId id="2147483662" r:id="rId5"/>
    <p:sldLayoutId id="2147483663" r:id="rId6"/>
    <p:sldLayoutId id="2147483664" r:id="rId7"/>
    <p:sldLayoutId id="2147483665" r:id="rId8"/>
    <p:sldLayoutId id="2147483666" r:id="rId9"/>
    <p:sldLayoutId id="2147483667" r:id="rId10"/>
  </p:sldLayoutIdLst>
  <p:hf hdr="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101"/>
        <p:cNvGrpSpPr/>
        <p:nvPr/>
      </p:nvGrpSpPr>
      <p:grpSpPr>
        <a:xfrm>
          <a:off x="0" y="0"/>
          <a:ext cx="0" cy="0"/>
          <a:chOff x="0" y="0"/>
          <a:chExt cx="0" cy="0"/>
        </a:xfrm>
      </p:grpSpPr>
      <p:sp>
        <p:nvSpPr>
          <p:cNvPr id="102" name="Google Shape;102;p23"/>
          <p:cNvSpPr txBox="1">
            <a:spLocks noGrp="1"/>
          </p:cNvSpPr>
          <p:nvPr>
            <p:ph type="title"/>
          </p:nvPr>
        </p:nvSpPr>
        <p:spPr>
          <a:xfrm>
            <a:off x="201972" y="288368"/>
            <a:ext cx="8520600" cy="572700"/>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rgbClr val="434343"/>
              </a:buClr>
              <a:buSzPts val="2200"/>
              <a:buFont typeface="Nunito"/>
              <a:buNone/>
              <a:defRPr sz="2200" b="1" i="0" u="none" strike="noStrike" cap="none">
                <a:solidFill>
                  <a:srgbClr val="434343"/>
                </a:solidFill>
                <a:latin typeface="Nunito"/>
                <a:ea typeface="Nunito"/>
                <a:cs typeface="Nunito"/>
                <a:sym typeface="Nunito"/>
              </a:defRPr>
            </a:lvl1pPr>
            <a:lvl2pPr marR="0" lvl="1"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2pPr>
            <a:lvl3pPr marR="0" lvl="2"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3pPr>
            <a:lvl4pPr marR="0" lvl="3"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4pPr>
            <a:lvl5pPr marR="0" lvl="4"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5pPr>
            <a:lvl6pPr marR="0" lvl="5"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6pPr>
            <a:lvl7pPr marR="0" lvl="6"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7pPr>
            <a:lvl8pPr marR="0" lvl="7"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8pPr>
            <a:lvl9pPr marR="0" lvl="8"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9pPr>
          </a:lstStyle>
          <a:p>
            <a:endParaRPr/>
          </a:p>
        </p:txBody>
      </p:sp>
      <p:sp>
        <p:nvSpPr>
          <p:cNvPr id="103" name="Google Shape;103;p23"/>
          <p:cNvSpPr txBox="1">
            <a:spLocks noGrp="1"/>
          </p:cNvSpPr>
          <p:nvPr>
            <p:ph type="body" idx="1"/>
          </p:nvPr>
        </p:nvSpPr>
        <p:spPr>
          <a:xfrm>
            <a:off x="311700" y="861075"/>
            <a:ext cx="8520600" cy="3416400"/>
          </a:xfrm>
          <a:prstGeom prst="rect">
            <a:avLst/>
          </a:prstGeom>
          <a:noFill/>
          <a:ln>
            <a:noFill/>
          </a:ln>
        </p:spPr>
        <p:txBody>
          <a:bodyPr spcFirstLastPara="1" wrap="square" lIns="91425" tIns="91425" rIns="91425" bIns="91425" anchor="t" anchorCtr="0">
            <a:noAutofit/>
          </a:bodyPr>
          <a:lstStyle>
            <a:lvl1pPr marL="457200" marR="0" lvl="0" indent="-323850" algn="l" rtl="0">
              <a:lnSpc>
                <a:spcPct val="115000"/>
              </a:lnSpc>
              <a:spcBef>
                <a:spcPts val="0"/>
              </a:spcBef>
              <a:spcAft>
                <a:spcPts val="0"/>
              </a:spcAft>
              <a:buClr>
                <a:schemeClr val="dk2"/>
              </a:buClr>
              <a:buSzPts val="1500"/>
              <a:buFont typeface="Nunito"/>
              <a:buChar char="●"/>
              <a:defRPr sz="1500" b="0" i="0" u="none" strike="noStrike" cap="none">
                <a:solidFill>
                  <a:schemeClr val="dk2"/>
                </a:solidFill>
                <a:latin typeface="Nunito"/>
                <a:ea typeface="Nunito"/>
                <a:cs typeface="Nunito"/>
                <a:sym typeface="Nunito"/>
              </a:defRPr>
            </a:lvl1pPr>
            <a:lvl2pPr marL="914400" marR="0" lvl="1" indent="-311150" algn="l" rtl="0">
              <a:lnSpc>
                <a:spcPct val="115000"/>
              </a:lnSpc>
              <a:spcBef>
                <a:spcPts val="1600"/>
              </a:spcBef>
              <a:spcAft>
                <a:spcPts val="0"/>
              </a:spcAft>
              <a:buClr>
                <a:schemeClr val="dk2"/>
              </a:buClr>
              <a:buSzPts val="1300"/>
              <a:buFont typeface="Nunito"/>
              <a:buChar char="○"/>
              <a:defRPr sz="1300" b="0" i="0" u="none" strike="noStrike" cap="none">
                <a:solidFill>
                  <a:schemeClr val="dk2"/>
                </a:solidFill>
                <a:latin typeface="Nunito"/>
                <a:ea typeface="Nunito"/>
                <a:cs typeface="Nunito"/>
                <a:sym typeface="Nunito"/>
              </a:defRPr>
            </a:lvl2pPr>
            <a:lvl3pPr marL="1371600" marR="0" lvl="2" indent="-304800" algn="l" rtl="0">
              <a:lnSpc>
                <a:spcPct val="115000"/>
              </a:lnSpc>
              <a:spcBef>
                <a:spcPts val="1600"/>
              </a:spcBef>
              <a:spcAft>
                <a:spcPts val="0"/>
              </a:spcAft>
              <a:buClr>
                <a:schemeClr val="dk2"/>
              </a:buClr>
              <a:buSzPts val="1200"/>
              <a:buFont typeface="Nunito"/>
              <a:buChar char="■"/>
              <a:defRPr sz="1200" b="0" i="0" u="none" strike="noStrike" cap="none">
                <a:solidFill>
                  <a:schemeClr val="dk2"/>
                </a:solidFill>
                <a:latin typeface="Nunito"/>
                <a:ea typeface="Nunito"/>
                <a:cs typeface="Nunito"/>
                <a:sym typeface="Nunito"/>
              </a:defRPr>
            </a:lvl3pPr>
            <a:lvl4pPr marL="1828800" marR="0" lvl="3" indent="-298450" algn="l" rtl="0">
              <a:lnSpc>
                <a:spcPct val="115000"/>
              </a:lnSpc>
              <a:spcBef>
                <a:spcPts val="1600"/>
              </a:spcBef>
              <a:spcAft>
                <a:spcPts val="0"/>
              </a:spcAft>
              <a:buClr>
                <a:schemeClr val="dk2"/>
              </a:buClr>
              <a:buSzPts val="1100"/>
              <a:buFont typeface="Nunito"/>
              <a:buChar char="●"/>
              <a:defRPr sz="1100" b="0" i="0" u="none" strike="noStrike" cap="none">
                <a:solidFill>
                  <a:schemeClr val="dk2"/>
                </a:solidFill>
                <a:latin typeface="Nunito"/>
                <a:ea typeface="Nunito"/>
                <a:cs typeface="Nunito"/>
                <a:sym typeface="Nunito"/>
              </a:defRPr>
            </a:lvl4pPr>
            <a:lvl5pPr marL="2286000" marR="0" lvl="4" indent="-292100" algn="l" rtl="0">
              <a:lnSpc>
                <a:spcPct val="115000"/>
              </a:lnSpc>
              <a:spcBef>
                <a:spcPts val="1600"/>
              </a:spcBef>
              <a:spcAft>
                <a:spcPts val="0"/>
              </a:spcAft>
              <a:buClr>
                <a:schemeClr val="dk2"/>
              </a:buClr>
              <a:buSzPts val="1000"/>
              <a:buFont typeface="Nunito"/>
              <a:buChar char="○"/>
              <a:defRPr sz="1000" b="0" i="0" u="none" strike="noStrike" cap="none">
                <a:solidFill>
                  <a:schemeClr val="dk2"/>
                </a:solidFill>
                <a:latin typeface="Nunito"/>
                <a:ea typeface="Nunito"/>
                <a:cs typeface="Nunito"/>
                <a:sym typeface="Nunito"/>
              </a:defRPr>
            </a:lvl5pPr>
            <a:lvl6pPr marL="2743200" marR="0" lvl="5" indent="-285750" algn="l" rtl="0">
              <a:lnSpc>
                <a:spcPct val="115000"/>
              </a:lnSpc>
              <a:spcBef>
                <a:spcPts val="1600"/>
              </a:spcBef>
              <a:spcAft>
                <a:spcPts val="0"/>
              </a:spcAft>
              <a:buClr>
                <a:schemeClr val="dk2"/>
              </a:buClr>
              <a:buSzPts val="900"/>
              <a:buFont typeface="Nunito"/>
              <a:buChar char="■"/>
              <a:defRPr sz="900" b="0" i="0" u="none" strike="noStrike" cap="none">
                <a:solidFill>
                  <a:schemeClr val="dk2"/>
                </a:solidFill>
                <a:latin typeface="Nunito"/>
                <a:ea typeface="Nunito"/>
                <a:cs typeface="Nunito"/>
                <a:sym typeface="Nunito"/>
              </a:defRPr>
            </a:lvl6pPr>
            <a:lvl7pPr marL="3200400" marR="0" lvl="6" indent="-279400" algn="l" rtl="0">
              <a:lnSpc>
                <a:spcPct val="115000"/>
              </a:lnSpc>
              <a:spcBef>
                <a:spcPts val="1600"/>
              </a:spcBef>
              <a:spcAft>
                <a:spcPts val="0"/>
              </a:spcAft>
              <a:buClr>
                <a:schemeClr val="dk2"/>
              </a:buClr>
              <a:buSzPts val="800"/>
              <a:buFont typeface="Nunito"/>
              <a:buChar char="●"/>
              <a:defRPr sz="800" b="0" i="0" u="none" strike="noStrike" cap="none">
                <a:solidFill>
                  <a:schemeClr val="dk2"/>
                </a:solidFill>
                <a:latin typeface="Nunito"/>
                <a:ea typeface="Nunito"/>
                <a:cs typeface="Nunito"/>
                <a:sym typeface="Nunito"/>
              </a:defRPr>
            </a:lvl7pPr>
            <a:lvl8pPr marL="3657600" marR="0" lvl="7" indent="-273050" algn="l" rtl="0">
              <a:lnSpc>
                <a:spcPct val="115000"/>
              </a:lnSpc>
              <a:spcBef>
                <a:spcPts val="1600"/>
              </a:spcBef>
              <a:spcAft>
                <a:spcPts val="0"/>
              </a:spcAft>
              <a:buClr>
                <a:schemeClr val="dk2"/>
              </a:buClr>
              <a:buSzPts val="700"/>
              <a:buFont typeface="Nunito"/>
              <a:buChar char="○"/>
              <a:defRPr sz="700" b="0" i="0" u="none" strike="noStrike" cap="none">
                <a:solidFill>
                  <a:schemeClr val="dk2"/>
                </a:solidFill>
                <a:latin typeface="Nunito"/>
                <a:ea typeface="Nunito"/>
                <a:cs typeface="Nunito"/>
                <a:sym typeface="Nunito"/>
              </a:defRPr>
            </a:lvl8pPr>
            <a:lvl9pPr marL="4114800" marR="0" lvl="8" indent="-266700" algn="l" rtl="0">
              <a:lnSpc>
                <a:spcPct val="115000"/>
              </a:lnSpc>
              <a:spcBef>
                <a:spcPts val="1600"/>
              </a:spcBef>
              <a:spcAft>
                <a:spcPts val="1600"/>
              </a:spcAft>
              <a:buClr>
                <a:schemeClr val="dk2"/>
              </a:buClr>
              <a:buSzPts val="600"/>
              <a:buFont typeface="Nunito"/>
              <a:buChar char="■"/>
              <a:defRPr sz="600" b="0" i="0" u="none" strike="noStrike" cap="none">
                <a:solidFill>
                  <a:schemeClr val="dk2"/>
                </a:solidFill>
                <a:latin typeface="Nunito"/>
                <a:ea typeface="Nunito"/>
                <a:cs typeface="Nunito"/>
                <a:sym typeface="Nunito"/>
              </a:defRPr>
            </a:lvl9pPr>
          </a:lstStyle>
          <a:p>
            <a:endParaRPr/>
          </a:p>
        </p:txBody>
      </p:sp>
      <p:sp>
        <p:nvSpPr>
          <p:cNvPr id="104" name="Google Shape;104;p23"/>
          <p:cNvSpPr txBox="1"/>
          <p:nvPr/>
        </p:nvSpPr>
        <p:spPr>
          <a:xfrm>
            <a:off x="2234400" y="4917657"/>
            <a:ext cx="4675200" cy="275700"/>
          </a:xfrm>
          <a:prstGeom prst="rect">
            <a:avLst/>
          </a:prstGeom>
          <a:noFill/>
          <a:ln>
            <a:noFill/>
          </a:ln>
        </p:spPr>
        <p:txBody>
          <a:bodyPr spcFirstLastPara="1" wrap="square" lIns="91425" tIns="91425" rIns="91425" bIns="91425" anchor="t" anchorCtr="0">
            <a:noAutofit/>
          </a:bodyPr>
          <a:lstStyle/>
          <a:p>
            <a:pPr marL="12700" marR="0" lvl="0" indent="0" algn="ctr" rtl="0">
              <a:lnSpc>
                <a:spcPct val="102500"/>
              </a:lnSpc>
              <a:spcBef>
                <a:spcPts val="0"/>
              </a:spcBef>
              <a:spcAft>
                <a:spcPts val="0"/>
              </a:spcAft>
              <a:buClr>
                <a:srgbClr val="000000"/>
              </a:buClr>
              <a:buSzPts val="700"/>
              <a:buFont typeface="Arial"/>
              <a:buNone/>
            </a:pPr>
            <a:r>
              <a:rPr lang="en-US" sz="700" b="1" i="0" u="none" strike="noStrike" cap="none">
                <a:solidFill>
                  <a:srgbClr val="434343"/>
                </a:solidFill>
                <a:latin typeface="Nunito"/>
                <a:ea typeface="Nunito"/>
                <a:cs typeface="Nunito"/>
                <a:sym typeface="Nunito"/>
              </a:rPr>
              <a:t>Proprietary content. © Great Learning. All Rights Reserved. Unauthorized use or distribution prohibited.</a:t>
            </a:r>
            <a:endParaRPr sz="700" b="1" i="0" u="none" strike="noStrike" cap="none">
              <a:solidFill>
                <a:srgbClr val="434343"/>
              </a:solidFill>
              <a:latin typeface="Nunito"/>
              <a:ea typeface="Nunito"/>
              <a:cs typeface="Nunito"/>
              <a:sym typeface="Nunito"/>
            </a:endParaRPr>
          </a:p>
        </p:txBody>
      </p:sp>
      <p:sp>
        <p:nvSpPr>
          <p:cNvPr id="105" name="Google Shape;105;p23"/>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US"/>
              <a:t>‹#›</a:t>
            </a:fld>
            <a:endParaRPr/>
          </a:p>
        </p:txBody>
      </p:sp>
      <p:pic>
        <p:nvPicPr>
          <p:cNvPr id="106" name="Google Shape;106;p23"/>
          <p:cNvPicPr preferRelativeResize="0"/>
          <p:nvPr/>
        </p:nvPicPr>
        <p:blipFill rotWithShape="1">
          <a:blip r:embed="rId12">
            <a:alphaModFix/>
          </a:blip>
          <a:srcRect/>
          <a:stretch/>
        </p:blipFill>
        <p:spPr>
          <a:xfrm>
            <a:off x="7669500" y="68264"/>
            <a:ext cx="1395476" cy="572701"/>
          </a:xfrm>
          <a:prstGeom prst="rect">
            <a:avLst/>
          </a:prstGeom>
          <a:noFill/>
          <a:ln>
            <a:noFill/>
          </a:ln>
        </p:spPr>
      </p:pic>
      <p:grpSp>
        <p:nvGrpSpPr>
          <p:cNvPr id="107" name="Google Shape;107;p23"/>
          <p:cNvGrpSpPr/>
          <p:nvPr/>
        </p:nvGrpSpPr>
        <p:grpSpPr>
          <a:xfrm>
            <a:off x="6593" y="10"/>
            <a:ext cx="175500" cy="709221"/>
            <a:chOff x="6593" y="10"/>
            <a:chExt cx="175500" cy="709221"/>
          </a:xfrm>
        </p:grpSpPr>
        <p:sp>
          <p:nvSpPr>
            <p:cNvPr id="108" name="Google Shape;108;p23"/>
            <p:cNvSpPr/>
            <p:nvPr/>
          </p:nvSpPr>
          <p:spPr>
            <a:xfrm>
              <a:off x="6593" y="10"/>
              <a:ext cx="175500" cy="355500"/>
            </a:xfrm>
            <a:prstGeom prst="rect">
              <a:avLst/>
            </a:prstGeom>
            <a:solidFill>
              <a:srgbClr val="0E39A9"/>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09" name="Google Shape;109;p23"/>
            <p:cNvSpPr/>
            <p:nvPr/>
          </p:nvSpPr>
          <p:spPr>
            <a:xfrm>
              <a:off x="6593" y="353731"/>
              <a:ext cx="175500" cy="355500"/>
            </a:xfrm>
            <a:prstGeom prst="rect">
              <a:avLst/>
            </a:prstGeom>
            <a:solidFill>
              <a:srgbClr val="1974D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pSp>
    </p:spTree>
  </p:cSld>
  <p:clrMap bg1="lt1" tx1="dk1" bg2="dk2" tx2="lt2" accent1="accent1" accent2="accent2" accent3="accent3" accent4="accent4" accent5="accent5" accent6="accent6" hlink="hlink" folHlink="folHlink"/>
  <p:sldLayoutIdLst>
    <p:sldLayoutId id="2147483668" r:id="rId1"/>
    <p:sldLayoutId id="2147483669" r:id="rId2"/>
    <p:sldLayoutId id="2147483670" r:id="rId3"/>
    <p:sldLayoutId id="2147483671" r:id="rId4"/>
    <p:sldLayoutId id="2147483672" r:id="rId5"/>
    <p:sldLayoutId id="2147483673" r:id="rId6"/>
    <p:sldLayoutId id="2147483674" r:id="rId7"/>
    <p:sldLayoutId id="2147483675" r:id="rId8"/>
    <p:sldLayoutId id="2147483676" r:id="rId9"/>
    <p:sldLayoutId id="2147483677" r:id="rId10"/>
  </p:sldLayoutIdLst>
  <mc:AlternateContent xmlns:mc="http://schemas.openxmlformats.org/markup-compatibility/2006" xmlns:p14="http://schemas.microsoft.com/office/powerpoint/2010/main">
    <mc:Choice Requires="p14">
      <p:transition p14:dur="0">
        <p:fade thruBlk="1"/>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p:fade/>
      </p:transition>
    </mc:Fallback>
  </mc:AlternateContent>
  <p:hf hdr="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14.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10.png"/></Relationships>
</file>

<file path=ppt/slides/_rels/slide16.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9.xml"/><Relationship Id="rId1" Type="http://schemas.openxmlformats.org/officeDocument/2006/relationships/slideLayout" Target="../slideLayouts/slideLayout2.xml"/><Relationship Id="rId4" Type="http://schemas.openxmlformats.org/officeDocument/2006/relationships/image" Target="../media/image18.png"/></Relationships>
</file>

<file path=ppt/slides/_rels/slide23.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0.xml"/><Relationship Id="rId1" Type="http://schemas.openxmlformats.org/officeDocument/2006/relationships/slideLayout" Target="../slideLayouts/slideLayout2.xml"/><Relationship Id="rId4" Type="http://schemas.openxmlformats.org/officeDocument/2006/relationships/image" Target="../media/image20.png"/></Relationships>
</file>

<file path=ppt/slides/_rels/slide24.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21.xml"/><Relationship Id="rId1" Type="http://schemas.openxmlformats.org/officeDocument/2006/relationships/slideLayout" Target="../slideLayouts/slideLayout2.xml"/><Relationship Id="rId4" Type="http://schemas.openxmlformats.org/officeDocument/2006/relationships/image" Target="../media/image22.png"/></Relationships>
</file>

<file path=ppt/slides/_rels/slide25.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2.xml"/><Relationship Id="rId1" Type="http://schemas.openxmlformats.org/officeDocument/2006/relationships/slideLayout" Target="../slideLayouts/slideLayout2.xml"/><Relationship Id="rId4" Type="http://schemas.openxmlformats.org/officeDocument/2006/relationships/image" Target="../media/image24.png"/></Relationships>
</file>

<file path=ppt/slides/_rels/slide26.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23.xml"/><Relationship Id="rId1" Type="http://schemas.openxmlformats.org/officeDocument/2006/relationships/slideLayout" Target="../slideLayouts/slideLayout2.xml"/><Relationship Id="rId4" Type="http://schemas.openxmlformats.org/officeDocument/2006/relationships/image" Target="../media/image26.png"/></Relationships>
</file>

<file path=ppt/slides/_rels/slide27.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24.xml"/><Relationship Id="rId1" Type="http://schemas.openxmlformats.org/officeDocument/2006/relationships/slideLayout" Target="../slideLayouts/slideLayout2.xml"/><Relationship Id="rId4" Type="http://schemas.openxmlformats.org/officeDocument/2006/relationships/image" Target="../media/image28.png"/></Relationships>
</file>

<file path=ppt/slides/_rels/slide28.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25.xml"/><Relationship Id="rId1" Type="http://schemas.openxmlformats.org/officeDocument/2006/relationships/slideLayout" Target="../slideLayouts/slideLayout2.xml"/><Relationship Id="rId4" Type="http://schemas.openxmlformats.org/officeDocument/2006/relationships/image" Target="../media/image30.png"/></Relationships>
</file>

<file path=ppt/slides/_rels/slide29.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26.xml"/><Relationship Id="rId1" Type="http://schemas.openxmlformats.org/officeDocument/2006/relationships/slideLayout" Target="../slideLayouts/slideLayout2.xml"/><Relationship Id="rId4" Type="http://schemas.openxmlformats.org/officeDocument/2006/relationships/image" Target="../media/image32.png"/></Relationships>
</file>

<file path=ppt/slides/_rels/slide30.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27.xml"/><Relationship Id="rId1" Type="http://schemas.openxmlformats.org/officeDocument/2006/relationships/slideLayout" Target="../slideLayouts/slideLayout2.xml"/><Relationship Id="rId4" Type="http://schemas.openxmlformats.org/officeDocument/2006/relationships/image" Target="../media/image34.png"/></Relationships>
</file>

<file path=ppt/slides/_rels/slide31.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28.xml"/><Relationship Id="rId1" Type="http://schemas.openxmlformats.org/officeDocument/2006/relationships/slideLayout" Target="../slideLayouts/slideLayout2.xml"/><Relationship Id="rId4" Type="http://schemas.openxmlformats.org/officeDocument/2006/relationships/image" Target="../media/image36.png"/></Relationships>
</file>

<file path=ppt/slides/_rels/slide32.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11.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11.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11.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11.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152"/>
        <p:cNvGrpSpPr/>
        <p:nvPr/>
      </p:nvGrpSpPr>
      <p:grpSpPr>
        <a:xfrm>
          <a:off x="0" y="0"/>
          <a:ext cx="0" cy="0"/>
          <a:chOff x="0" y="0"/>
          <a:chExt cx="0" cy="0"/>
        </a:xfrm>
      </p:grpSpPr>
      <p:sp>
        <p:nvSpPr>
          <p:cNvPr id="153" name="Google Shape;153;p34"/>
          <p:cNvSpPr txBox="1">
            <a:spLocks noGrp="1"/>
          </p:cNvSpPr>
          <p:nvPr>
            <p:ph type="ctrTitle"/>
          </p:nvPr>
        </p:nvSpPr>
        <p:spPr>
          <a:xfrm>
            <a:off x="650400" y="1902900"/>
            <a:ext cx="7843200" cy="1337700"/>
          </a:xfrm>
          <a:prstGeom prst="rect">
            <a:avLst/>
          </a:prstGeom>
          <a:noFill/>
          <a:ln>
            <a:noFill/>
          </a:ln>
        </p:spPr>
        <p:txBody>
          <a:bodyPr spcFirstLastPara="1" wrap="square" lIns="91425" tIns="91425" rIns="91425" bIns="91425" anchor="b" anchorCtr="0">
            <a:noAutofit/>
          </a:bodyPr>
          <a:lstStyle/>
          <a:p>
            <a:pPr marL="0" lvl="0" indent="0" algn="l" rtl="0">
              <a:lnSpc>
                <a:spcPct val="100000"/>
              </a:lnSpc>
              <a:spcBef>
                <a:spcPts val="0"/>
              </a:spcBef>
              <a:spcAft>
                <a:spcPts val="0"/>
              </a:spcAft>
              <a:buSzPts val="4800"/>
              <a:buNone/>
            </a:pPr>
            <a:r>
              <a:rPr lang="en-US" sz="3300" dirty="0">
                <a:latin typeface="Century Gothic"/>
                <a:ea typeface="Century Gothic"/>
                <a:cs typeface="Century Gothic"/>
                <a:sym typeface="Century Gothic"/>
              </a:rPr>
              <a:t>Home Loan Defaults</a:t>
            </a:r>
            <a:endParaRPr sz="3300" dirty="0">
              <a:latin typeface="Century Gothic"/>
              <a:ea typeface="Century Gothic"/>
              <a:cs typeface="Century Gothic"/>
              <a:sym typeface="Century Gothic"/>
            </a:endParaRPr>
          </a:p>
          <a:p>
            <a:pPr marL="0" lvl="0" indent="0" algn="l" rtl="0">
              <a:lnSpc>
                <a:spcPct val="100000"/>
              </a:lnSpc>
              <a:spcBef>
                <a:spcPts val="0"/>
              </a:spcBef>
              <a:spcAft>
                <a:spcPts val="0"/>
              </a:spcAft>
              <a:buSzPts val="4800"/>
              <a:buNone/>
            </a:pPr>
            <a:r>
              <a:rPr lang="en-US" sz="3300" b="0" dirty="0">
                <a:latin typeface="Century Gothic"/>
                <a:ea typeface="Century Gothic"/>
                <a:cs typeface="Century Gothic"/>
                <a:sym typeface="Century Gothic"/>
              </a:rPr>
              <a:t>Prediction Methods - Neural Networks</a:t>
            </a:r>
            <a:endParaRPr sz="3300" b="0" dirty="0">
              <a:latin typeface="Century Gothic"/>
              <a:ea typeface="Century Gothic"/>
              <a:cs typeface="Century Gothic"/>
              <a:sym typeface="Century Gothic"/>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57"/>
        <p:cNvGrpSpPr/>
        <p:nvPr/>
      </p:nvGrpSpPr>
      <p:grpSpPr>
        <a:xfrm>
          <a:off x="0" y="0"/>
          <a:ext cx="0" cy="0"/>
          <a:chOff x="0" y="0"/>
          <a:chExt cx="0" cy="0"/>
        </a:xfrm>
      </p:grpSpPr>
      <p:sp>
        <p:nvSpPr>
          <p:cNvPr id="158" name="Google Shape;158;p35"/>
          <p:cNvSpPr txBox="1">
            <a:spLocks noGrp="1"/>
          </p:cNvSpPr>
          <p:nvPr>
            <p:ph type="title"/>
          </p:nvPr>
        </p:nvSpPr>
        <p:spPr>
          <a:xfrm>
            <a:off x="202550" y="289279"/>
            <a:ext cx="852060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US">
                <a:solidFill>
                  <a:schemeClr val="lt2"/>
                </a:solidFill>
                <a:latin typeface="Century Gothic"/>
                <a:ea typeface="Century Gothic"/>
                <a:cs typeface="Century Gothic"/>
                <a:sym typeface="Century Gothic"/>
              </a:rPr>
              <a:t>Contents / Agenda</a:t>
            </a:r>
            <a:endParaRPr>
              <a:solidFill>
                <a:schemeClr val="lt2"/>
              </a:solidFill>
              <a:latin typeface="Century Gothic"/>
              <a:ea typeface="Century Gothic"/>
              <a:cs typeface="Century Gothic"/>
              <a:sym typeface="Century Gothic"/>
            </a:endParaRPr>
          </a:p>
        </p:txBody>
      </p:sp>
      <p:sp>
        <p:nvSpPr>
          <p:cNvPr id="159" name="Google Shape;159;p35"/>
          <p:cNvSpPr txBox="1">
            <a:spLocks noGrp="1"/>
          </p:cNvSpPr>
          <p:nvPr>
            <p:ph type="body" idx="1"/>
          </p:nvPr>
        </p:nvSpPr>
        <p:spPr>
          <a:xfrm>
            <a:off x="202550" y="861975"/>
            <a:ext cx="8629800" cy="3706800"/>
          </a:xfrm>
          <a:prstGeom prst="rect">
            <a:avLst/>
          </a:prstGeom>
          <a:noFill/>
          <a:ln>
            <a:noFill/>
          </a:ln>
        </p:spPr>
        <p:txBody>
          <a:bodyPr spcFirstLastPara="1" wrap="square" lIns="91425" tIns="91425" rIns="91425" bIns="91425" anchor="t" anchorCtr="0">
            <a:noAutofit/>
          </a:bodyPr>
          <a:lstStyle/>
          <a:p>
            <a:pPr marL="457200" lvl="0" indent="-317500" algn="l" rtl="0">
              <a:lnSpc>
                <a:spcPct val="115000"/>
              </a:lnSpc>
              <a:spcBef>
                <a:spcPts val="1000"/>
              </a:spcBef>
              <a:spcAft>
                <a:spcPts val="0"/>
              </a:spcAft>
              <a:buClr>
                <a:schemeClr val="dk1"/>
              </a:buClr>
              <a:buSzPts val="1400"/>
              <a:buFont typeface="Century Gothic"/>
              <a:buChar char="●"/>
            </a:pPr>
            <a:r>
              <a:rPr lang="en-US" sz="1400">
                <a:solidFill>
                  <a:schemeClr val="dk1"/>
                </a:solidFill>
                <a:latin typeface="Century Gothic"/>
                <a:ea typeface="Century Gothic"/>
                <a:cs typeface="Century Gothic"/>
                <a:sym typeface="Century Gothic"/>
              </a:rPr>
              <a:t>Business Problem Overview &amp; Solution Approach</a:t>
            </a:r>
            <a:endParaRPr/>
          </a:p>
          <a:p>
            <a:pPr marL="457200" lvl="0" indent="-317500" algn="l" rtl="0">
              <a:lnSpc>
                <a:spcPct val="115000"/>
              </a:lnSpc>
              <a:spcBef>
                <a:spcPts val="1000"/>
              </a:spcBef>
              <a:spcAft>
                <a:spcPts val="0"/>
              </a:spcAft>
              <a:buClr>
                <a:schemeClr val="dk1"/>
              </a:buClr>
              <a:buSzPts val="1400"/>
              <a:buFont typeface="Century Gothic"/>
              <a:buChar char="●"/>
            </a:pPr>
            <a:r>
              <a:rPr lang="en-US" sz="1400">
                <a:solidFill>
                  <a:schemeClr val="dk1"/>
                </a:solidFill>
                <a:latin typeface="Century Gothic"/>
                <a:ea typeface="Century Gothic"/>
                <a:cs typeface="Century Gothic"/>
                <a:sym typeface="Century Gothic"/>
              </a:rPr>
              <a:t>Data Dictionary</a:t>
            </a:r>
            <a:endParaRPr/>
          </a:p>
          <a:p>
            <a:pPr marL="457200" lvl="0" indent="-317500" algn="l" rtl="0">
              <a:lnSpc>
                <a:spcPct val="115000"/>
              </a:lnSpc>
              <a:spcBef>
                <a:spcPts val="1000"/>
              </a:spcBef>
              <a:spcAft>
                <a:spcPts val="0"/>
              </a:spcAft>
              <a:buClr>
                <a:schemeClr val="dk1"/>
              </a:buClr>
              <a:buSzPts val="1400"/>
              <a:buFont typeface="Century Gothic"/>
              <a:buChar char="●"/>
            </a:pPr>
            <a:r>
              <a:rPr lang="en-US" sz="1400">
                <a:solidFill>
                  <a:schemeClr val="dk1"/>
                </a:solidFill>
                <a:latin typeface="Century Gothic"/>
                <a:ea typeface="Century Gothic"/>
                <a:cs typeface="Century Gothic"/>
                <a:sym typeface="Century Gothic"/>
              </a:rPr>
              <a:t>Exploratory Data Analysis (EDA) Results</a:t>
            </a:r>
            <a:endParaRPr/>
          </a:p>
          <a:p>
            <a:pPr marL="457200" lvl="0" indent="-317500" algn="l" rtl="0">
              <a:lnSpc>
                <a:spcPct val="115000"/>
              </a:lnSpc>
              <a:spcBef>
                <a:spcPts val="1000"/>
              </a:spcBef>
              <a:spcAft>
                <a:spcPts val="0"/>
              </a:spcAft>
              <a:buClr>
                <a:schemeClr val="dk1"/>
              </a:buClr>
              <a:buSzPts val="1400"/>
              <a:buFont typeface="Century Gothic"/>
              <a:buChar char="●"/>
            </a:pPr>
            <a:r>
              <a:rPr lang="en-US" sz="1400">
                <a:solidFill>
                  <a:schemeClr val="dk1"/>
                </a:solidFill>
                <a:latin typeface="Century Gothic"/>
                <a:ea typeface="Century Gothic"/>
                <a:cs typeface="Century Gothic"/>
                <a:sym typeface="Century Gothic"/>
              </a:rPr>
              <a:t>Data Preprocessing</a:t>
            </a:r>
            <a:endParaRPr/>
          </a:p>
          <a:p>
            <a:pPr marL="457200" lvl="0" indent="-317500" algn="l" rtl="0">
              <a:lnSpc>
                <a:spcPct val="115000"/>
              </a:lnSpc>
              <a:spcBef>
                <a:spcPts val="1000"/>
              </a:spcBef>
              <a:spcAft>
                <a:spcPts val="0"/>
              </a:spcAft>
              <a:buClr>
                <a:schemeClr val="dk1"/>
              </a:buClr>
              <a:buSzPts val="1400"/>
              <a:buFont typeface="Century Gothic"/>
              <a:buChar char="●"/>
            </a:pPr>
            <a:r>
              <a:rPr lang="en-US" sz="1400">
                <a:solidFill>
                  <a:schemeClr val="dk1"/>
                </a:solidFill>
                <a:latin typeface="Century Gothic"/>
                <a:ea typeface="Century Gothic"/>
                <a:cs typeface="Century Gothic"/>
                <a:sym typeface="Century Gothic"/>
              </a:rPr>
              <a:t>Model Performance Summary</a:t>
            </a:r>
            <a:endParaRPr/>
          </a:p>
          <a:p>
            <a:pPr marL="457200" lvl="0" indent="-317500" algn="l" rtl="0">
              <a:lnSpc>
                <a:spcPct val="115000"/>
              </a:lnSpc>
              <a:spcBef>
                <a:spcPts val="1000"/>
              </a:spcBef>
              <a:spcAft>
                <a:spcPts val="0"/>
              </a:spcAft>
              <a:buClr>
                <a:schemeClr val="dk1"/>
              </a:buClr>
              <a:buSzPts val="1400"/>
              <a:buFont typeface="Century Gothic"/>
              <a:buChar char="●"/>
            </a:pPr>
            <a:r>
              <a:rPr lang="en-US" sz="1400">
                <a:solidFill>
                  <a:schemeClr val="dk1"/>
                </a:solidFill>
                <a:latin typeface="Century Gothic"/>
                <a:ea typeface="Century Gothic"/>
                <a:cs typeface="Century Gothic"/>
                <a:sym typeface="Century Gothic"/>
              </a:rPr>
              <a:t>Best Model Selection</a:t>
            </a:r>
            <a:endParaRPr/>
          </a:p>
          <a:p>
            <a:pPr marL="457200" lvl="0" indent="-317500" algn="l" rtl="0">
              <a:lnSpc>
                <a:spcPct val="115000"/>
              </a:lnSpc>
              <a:spcBef>
                <a:spcPts val="1000"/>
              </a:spcBef>
              <a:spcAft>
                <a:spcPts val="0"/>
              </a:spcAft>
              <a:buClr>
                <a:schemeClr val="dk1"/>
              </a:buClr>
              <a:buSzPts val="1400"/>
              <a:buFont typeface="Century Gothic"/>
              <a:buChar char="●"/>
            </a:pPr>
            <a:r>
              <a:rPr lang="en-US" sz="1400">
                <a:solidFill>
                  <a:schemeClr val="dk1"/>
                </a:solidFill>
                <a:latin typeface="Century Gothic"/>
                <a:ea typeface="Century Gothic"/>
                <a:cs typeface="Century Gothic"/>
                <a:sym typeface="Century Gothic"/>
              </a:rPr>
              <a:t>Conclusions &amp; Recommendations</a:t>
            </a:r>
            <a:endParaRPr/>
          </a:p>
          <a:p>
            <a:pPr marL="457200" lvl="0" indent="-317500" algn="l" rtl="0">
              <a:lnSpc>
                <a:spcPct val="115000"/>
              </a:lnSpc>
              <a:spcBef>
                <a:spcPts val="1000"/>
              </a:spcBef>
              <a:spcAft>
                <a:spcPts val="0"/>
              </a:spcAft>
              <a:buClr>
                <a:schemeClr val="dk1"/>
              </a:buClr>
              <a:buSzPts val="1400"/>
              <a:buFont typeface="Century Gothic"/>
              <a:buChar char="●"/>
            </a:pPr>
            <a:r>
              <a:rPr lang="en-US" sz="1400">
                <a:solidFill>
                  <a:schemeClr val="dk1"/>
                </a:solidFill>
                <a:latin typeface="Century Gothic"/>
                <a:ea typeface="Century Gothic"/>
                <a:cs typeface="Century Gothic"/>
                <a:sym typeface="Century Gothic"/>
              </a:rPr>
              <a:t>Appendix / Screenshots</a:t>
            </a:r>
            <a:endParaRPr/>
          </a:p>
        </p:txBody>
      </p:sp>
      <p:sp>
        <p:nvSpPr>
          <p:cNvPr id="2" name="Slide Number Placeholder 1">
            <a:extLst>
              <a:ext uri="{FF2B5EF4-FFF2-40B4-BE49-F238E27FC236}">
                <a16:creationId xmlns:a16="http://schemas.microsoft.com/office/drawing/2014/main" id="{E415734C-7719-3903-04B0-D52F93F53B09}"/>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63"/>
        <p:cNvGrpSpPr/>
        <p:nvPr/>
      </p:nvGrpSpPr>
      <p:grpSpPr>
        <a:xfrm>
          <a:off x="0" y="0"/>
          <a:ext cx="0" cy="0"/>
          <a:chOff x="0" y="0"/>
          <a:chExt cx="0" cy="0"/>
        </a:xfrm>
      </p:grpSpPr>
      <p:sp>
        <p:nvSpPr>
          <p:cNvPr id="164" name="Google Shape;164;p36"/>
          <p:cNvSpPr txBox="1">
            <a:spLocks noGrp="1"/>
          </p:cNvSpPr>
          <p:nvPr>
            <p:ph type="title"/>
          </p:nvPr>
        </p:nvSpPr>
        <p:spPr>
          <a:xfrm>
            <a:off x="202550" y="289279"/>
            <a:ext cx="852060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US">
                <a:solidFill>
                  <a:schemeClr val="lt2"/>
                </a:solidFill>
                <a:latin typeface="Century Gothic"/>
                <a:ea typeface="Century Gothic"/>
                <a:cs typeface="Century Gothic"/>
                <a:sym typeface="Century Gothic"/>
              </a:rPr>
              <a:t>Data Dictionary</a:t>
            </a:r>
            <a:endParaRPr>
              <a:solidFill>
                <a:schemeClr val="lt2"/>
              </a:solidFill>
              <a:latin typeface="Century Gothic"/>
              <a:ea typeface="Century Gothic"/>
              <a:cs typeface="Century Gothic"/>
              <a:sym typeface="Century Gothic"/>
            </a:endParaRPr>
          </a:p>
        </p:txBody>
      </p:sp>
      <p:sp>
        <p:nvSpPr>
          <p:cNvPr id="165" name="Google Shape;165;p36"/>
          <p:cNvSpPr txBox="1">
            <a:spLocks noGrp="1"/>
          </p:cNvSpPr>
          <p:nvPr>
            <p:ph type="body" idx="1"/>
          </p:nvPr>
        </p:nvSpPr>
        <p:spPr>
          <a:xfrm>
            <a:off x="311750" y="861975"/>
            <a:ext cx="8520600" cy="3706800"/>
          </a:xfrm>
          <a:prstGeom prst="rect">
            <a:avLst/>
          </a:prstGeom>
          <a:noFill/>
          <a:ln>
            <a:noFill/>
          </a:ln>
        </p:spPr>
        <p:txBody>
          <a:bodyPr spcFirstLastPara="1" wrap="square" lIns="91425" tIns="91425" rIns="91425" bIns="91425" anchor="t" anchorCtr="0">
            <a:noAutofit/>
          </a:bodyPr>
          <a:lstStyle/>
          <a:p>
            <a:pPr marL="0" lvl="0" indent="0" algn="l" rtl="0">
              <a:lnSpc>
                <a:spcPct val="150000"/>
              </a:lnSpc>
              <a:spcBef>
                <a:spcPts val="1000"/>
              </a:spcBef>
              <a:spcAft>
                <a:spcPts val="0"/>
              </a:spcAft>
              <a:buSzPts val="1500"/>
              <a:buNone/>
            </a:pPr>
            <a:r>
              <a:rPr lang="en-US" sz="1200">
                <a:solidFill>
                  <a:schemeClr val="dk1"/>
                </a:solidFill>
                <a:latin typeface="Century Gothic"/>
                <a:ea typeface="Century Gothic"/>
                <a:cs typeface="Century Gothic"/>
                <a:sym typeface="Century Gothic"/>
              </a:rPr>
              <a:t>The data contains different attributes of customers’ loan and credit details. The detailed data dictionary is given below:</a:t>
            </a:r>
            <a:endParaRPr/>
          </a:p>
          <a:p>
            <a:pPr marL="457200" lvl="0" indent="-304800" algn="l" rtl="0">
              <a:lnSpc>
                <a:spcPct val="150000"/>
              </a:lnSpc>
              <a:spcBef>
                <a:spcPts val="1000"/>
              </a:spcBef>
              <a:spcAft>
                <a:spcPts val="0"/>
              </a:spcAft>
              <a:buClr>
                <a:schemeClr val="dk1"/>
              </a:buClr>
              <a:buSzPts val="1200"/>
              <a:buFont typeface="Century Gothic"/>
              <a:buChar char="●"/>
            </a:pPr>
            <a:r>
              <a:rPr lang="en-US" sz="1200">
                <a:solidFill>
                  <a:schemeClr val="dk1"/>
                </a:solidFill>
                <a:latin typeface="Century Gothic"/>
                <a:ea typeface="Century Gothic"/>
                <a:cs typeface="Century Gothic"/>
                <a:sym typeface="Century Gothic"/>
              </a:rPr>
              <a:t>BAD: Whether the client defaulted on the loan (0 = No, 1 = Yes)</a:t>
            </a:r>
            <a:endParaRPr/>
          </a:p>
          <a:p>
            <a:pPr marL="457200" lvl="0" indent="-304800" algn="l" rtl="0">
              <a:lnSpc>
                <a:spcPct val="150000"/>
              </a:lnSpc>
              <a:spcBef>
                <a:spcPts val="1000"/>
              </a:spcBef>
              <a:spcAft>
                <a:spcPts val="0"/>
              </a:spcAft>
              <a:buClr>
                <a:schemeClr val="dk1"/>
              </a:buClr>
              <a:buSzPts val="1200"/>
              <a:buFont typeface="Century Gothic"/>
              <a:buChar char="●"/>
            </a:pPr>
            <a:r>
              <a:rPr lang="en-US" sz="1200">
                <a:solidFill>
                  <a:schemeClr val="dk1"/>
                </a:solidFill>
                <a:latin typeface="Century Gothic"/>
                <a:ea typeface="Century Gothic"/>
                <a:cs typeface="Century Gothic"/>
                <a:sym typeface="Century Gothic"/>
              </a:rPr>
              <a:t>LOAN: Amount of loan approved</a:t>
            </a:r>
            <a:endParaRPr/>
          </a:p>
          <a:p>
            <a:pPr marL="457200" lvl="0" indent="-304800" algn="l" rtl="0">
              <a:lnSpc>
                <a:spcPct val="150000"/>
              </a:lnSpc>
              <a:spcBef>
                <a:spcPts val="1000"/>
              </a:spcBef>
              <a:spcAft>
                <a:spcPts val="0"/>
              </a:spcAft>
              <a:buClr>
                <a:schemeClr val="dk1"/>
              </a:buClr>
              <a:buSzPts val="1200"/>
              <a:buFont typeface="Century Gothic"/>
              <a:buChar char="●"/>
            </a:pPr>
            <a:r>
              <a:rPr lang="en-US" sz="1200">
                <a:solidFill>
                  <a:schemeClr val="dk1"/>
                </a:solidFill>
                <a:latin typeface="Century Gothic"/>
                <a:ea typeface="Century Gothic"/>
                <a:cs typeface="Century Gothic"/>
                <a:sym typeface="Century Gothic"/>
              </a:rPr>
              <a:t>MORTDUE: Amount due on the existing mortgage</a:t>
            </a:r>
            <a:endParaRPr/>
          </a:p>
          <a:p>
            <a:pPr marL="457200" lvl="0" indent="-304800" algn="l" rtl="0">
              <a:lnSpc>
                <a:spcPct val="150000"/>
              </a:lnSpc>
              <a:spcBef>
                <a:spcPts val="1000"/>
              </a:spcBef>
              <a:spcAft>
                <a:spcPts val="0"/>
              </a:spcAft>
              <a:buClr>
                <a:schemeClr val="dk1"/>
              </a:buClr>
              <a:buSzPts val="1200"/>
              <a:buFont typeface="Century Gothic"/>
              <a:buChar char="●"/>
            </a:pPr>
            <a:r>
              <a:rPr lang="en-US" sz="1200">
                <a:solidFill>
                  <a:schemeClr val="dk1"/>
                </a:solidFill>
                <a:latin typeface="Century Gothic"/>
                <a:ea typeface="Century Gothic"/>
                <a:cs typeface="Century Gothic"/>
                <a:sym typeface="Century Gothic"/>
              </a:rPr>
              <a:t>VALUE: Current value of the property</a:t>
            </a:r>
            <a:endParaRPr/>
          </a:p>
          <a:p>
            <a:pPr marL="457200" lvl="0" indent="-304800" algn="l" rtl="0">
              <a:lnSpc>
                <a:spcPct val="150000"/>
              </a:lnSpc>
              <a:spcBef>
                <a:spcPts val="1000"/>
              </a:spcBef>
              <a:spcAft>
                <a:spcPts val="0"/>
              </a:spcAft>
              <a:buClr>
                <a:schemeClr val="dk1"/>
              </a:buClr>
              <a:buSzPts val="1200"/>
              <a:buFont typeface="Century Gothic"/>
              <a:buChar char="●"/>
            </a:pPr>
            <a:r>
              <a:rPr lang="en-US" sz="1200">
                <a:solidFill>
                  <a:schemeClr val="dk1"/>
                </a:solidFill>
                <a:latin typeface="Century Gothic"/>
                <a:ea typeface="Century Gothic"/>
                <a:cs typeface="Century Gothic"/>
                <a:sym typeface="Century Gothic"/>
              </a:rPr>
              <a:t>REASON: Reason for the loan request (HomeImp = Home Improvement, DebtCon = Debt Consolidation)</a:t>
            </a:r>
            <a:endParaRPr/>
          </a:p>
          <a:p>
            <a:pPr marL="457200" lvl="0" indent="-304800" algn="l" rtl="0">
              <a:lnSpc>
                <a:spcPct val="150000"/>
              </a:lnSpc>
              <a:spcBef>
                <a:spcPts val="1000"/>
              </a:spcBef>
              <a:spcAft>
                <a:spcPts val="0"/>
              </a:spcAft>
              <a:buClr>
                <a:schemeClr val="dk1"/>
              </a:buClr>
              <a:buSzPts val="1200"/>
              <a:buFont typeface="Century Gothic"/>
              <a:buChar char="●"/>
            </a:pPr>
            <a:r>
              <a:rPr lang="en-US" sz="1200">
                <a:solidFill>
                  <a:schemeClr val="dk1"/>
                </a:solidFill>
                <a:latin typeface="Century Gothic"/>
                <a:ea typeface="Century Gothic"/>
                <a:cs typeface="Century Gothic"/>
                <a:sym typeface="Century Gothic"/>
              </a:rPr>
              <a:t>JOB: Type of job the applicant has (e.g., Manager, Self-employed)</a:t>
            </a:r>
            <a:endParaRPr/>
          </a:p>
          <a:p>
            <a:pPr marL="457200" lvl="0" indent="-304800" algn="l" rtl="0">
              <a:lnSpc>
                <a:spcPct val="150000"/>
              </a:lnSpc>
              <a:spcBef>
                <a:spcPts val="1000"/>
              </a:spcBef>
              <a:spcAft>
                <a:spcPts val="0"/>
              </a:spcAft>
              <a:buClr>
                <a:schemeClr val="dk1"/>
              </a:buClr>
              <a:buSzPts val="1200"/>
              <a:buFont typeface="Century Gothic"/>
              <a:buChar char="●"/>
            </a:pPr>
            <a:r>
              <a:rPr lang="en-US" sz="1200">
                <a:solidFill>
                  <a:schemeClr val="dk1"/>
                </a:solidFill>
                <a:latin typeface="Century Gothic"/>
                <a:ea typeface="Century Gothic"/>
                <a:cs typeface="Century Gothic"/>
                <a:sym typeface="Century Gothic"/>
              </a:rPr>
              <a:t>YOJ: Years at present job</a:t>
            </a:r>
            <a:endParaRPr/>
          </a:p>
          <a:p>
            <a:pPr marL="457200" lvl="0" indent="0" algn="l" rtl="0">
              <a:lnSpc>
                <a:spcPct val="150000"/>
              </a:lnSpc>
              <a:spcBef>
                <a:spcPts val="1000"/>
              </a:spcBef>
              <a:spcAft>
                <a:spcPts val="0"/>
              </a:spcAft>
              <a:buSzPts val="1500"/>
              <a:buNone/>
            </a:pPr>
            <a:endParaRPr sz="1400">
              <a:solidFill>
                <a:schemeClr val="dk1"/>
              </a:solidFill>
              <a:latin typeface="Century Gothic"/>
              <a:ea typeface="Century Gothic"/>
              <a:cs typeface="Century Gothic"/>
              <a:sym typeface="Century Gothic"/>
            </a:endParaRPr>
          </a:p>
          <a:p>
            <a:pPr marL="0" lvl="0" indent="0" algn="l" rtl="0">
              <a:lnSpc>
                <a:spcPct val="150000"/>
              </a:lnSpc>
              <a:spcBef>
                <a:spcPts val="1000"/>
              </a:spcBef>
              <a:spcAft>
                <a:spcPts val="0"/>
              </a:spcAft>
              <a:buSzPts val="1500"/>
              <a:buNone/>
            </a:pPr>
            <a:endParaRPr sz="1200">
              <a:solidFill>
                <a:schemeClr val="dk1"/>
              </a:solidFill>
              <a:latin typeface="Century Gothic"/>
              <a:ea typeface="Century Gothic"/>
              <a:cs typeface="Century Gothic"/>
              <a:sym typeface="Century Gothic"/>
            </a:endParaRPr>
          </a:p>
          <a:p>
            <a:pPr marL="457200" lvl="0" indent="0" algn="l" rtl="0">
              <a:lnSpc>
                <a:spcPct val="150000"/>
              </a:lnSpc>
              <a:spcBef>
                <a:spcPts val="1000"/>
              </a:spcBef>
              <a:spcAft>
                <a:spcPts val="1000"/>
              </a:spcAft>
              <a:buSzPts val="1500"/>
              <a:buNone/>
            </a:pPr>
            <a:endParaRPr sz="1200">
              <a:solidFill>
                <a:schemeClr val="dk1"/>
              </a:solidFill>
              <a:latin typeface="Century Gothic"/>
              <a:ea typeface="Century Gothic"/>
              <a:cs typeface="Century Gothic"/>
              <a:sym typeface="Century Gothic"/>
            </a:endParaRPr>
          </a:p>
        </p:txBody>
      </p:sp>
      <p:sp>
        <p:nvSpPr>
          <p:cNvPr id="2" name="Slide Number Placeholder 1">
            <a:extLst>
              <a:ext uri="{FF2B5EF4-FFF2-40B4-BE49-F238E27FC236}">
                <a16:creationId xmlns:a16="http://schemas.microsoft.com/office/drawing/2014/main" id="{80F3270F-F59E-CE2A-6CB2-BFABCD8F2545}"/>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69"/>
        <p:cNvGrpSpPr/>
        <p:nvPr/>
      </p:nvGrpSpPr>
      <p:grpSpPr>
        <a:xfrm>
          <a:off x="0" y="0"/>
          <a:ext cx="0" cy="0"/>
          <a:chOff x="0" y="0"/>
          <a:chExt cx="0" cy="0"/>
        </a:xfrm>
      </p:grpSpPr>
      <p:sp>
        <p:nvSpPr>
          <p:cNvPr id="170" name="Google Shape;170;p37"/>
          <p:cNvSpPr txBox="1">
            <a:spLocks noGrp="1"/>
          </p:cNvSpPr>
          <p:nvPr>
            <p:ph type="title"/>
          </p:nvPr>
        </p:nvSpPr>
        <p:spPr>
          <a:xfrm>
            <a:off x="202550" y="289279"/>
            <a:ext cx="852060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US">
                <a:solidFill>
                  <a:schemeClr val="lt2"/>
                </a:solidFill>
                <a:latin typeface="Century Gothic"/>
                <a:ea typeface="Century Gothic"/>
                <a:cs typeface="Century Gothic"/>
                <a:sym typeface="Century Gothic"/>
              </a:rPr>
              <a:t>Data Dictionary</a:t>
            </a:r>
            <a:endParaRPr>
              <a:solidFill>
                <a:schemeClr val="lt2"/>
              </a:solidFill>
              <a:latin typeface="Century Gothic"/>
              <a:ea typeface="Century Gothic"/>
              <a:cs typeface="Century Gothic"/>
              <a:sym typeface="Century Gothic"/>
            </a:endParaRPr>
          </a:p>
        </p:txBody>
      </p:sp>
      <p:sp>
        <p:nvSpPr>
          <p:cNvPr id="171" name="Google Shape;171;p37"/>
          <p:cNvSpPr txBox="1">
            <a:spLocks noGrp="1"/>
          </p:cNvSpPr>
          <p:nvPr>
            <p:ph type="body" idx="1"/>
          </p:nvPr>
        </p:nvSpPr>
        <p:spPr>
          <a:xfrm>
            <a:off x="311750" y="861975"/>
            <a:ext cx="8520600" cy="3706800"/>
          </a:xfrm>
          <a:prstGeom prst="rect">
            <a:avLst/>
          </a:prstGeom>
          <a:noFill/>
          <a:ln>
            <a:noFill/>
          </a:ln>
        </p:spPr>
        <p:txBody>
          <a:bodyPr spcFirstLastPara="1" wrap="square" lIns="91425" tIns="91425" rIns="91425" bIns="91425" anchor="t" anchorCtr="0">
            <a:noAutofit/>
          </a:bodyPr>
          <a:lstStyle/>
          <a:p>
            <a:pPr marL="457200" lvl="0" indent="-228600" algn="l" rtl="0">
              <a:lnSpc>
                <a:spcPct val="150000"/>
              </a:lnSpc>
              <a:spcBef>
                <a:spcPts val="1000"/>
              </a:spcBef>
              <a:spcAft>
                <a:spcPts val="0"/>
              </a:spcAft>
              <a:buClr>
                <a:schemeClr val="dk1"/>
              </a:buClr>
              <a:buSzPts val="1200"/>
              <a:buFont typeface="Century Gothic"/>
              <a:buNone/>
            </a:pPr>
            <a:endParaRPr sz="1200">
              <a:solidFill>
                <a:schemeClr val="dk1"/>
              </a:solidFill>
              <a:latin typeface="Century Gothic"/>
              <a:ea typeface="Century Gothic"/>
              <a:cs typeface="Century Gothic"/>
              <a:sym typeface="Century Gothic"/>
            </a:endParaRPr>
          </a:p>
          <a:p>
            <a:pPr marL="457200" lvl="0" indent="-304800" algn="l" rtl="0">
              <a:lnSpc>
                <a:spcPct val="150000"/>
              </a:lnSpc>
              <a:spcBef>
                <a:spcPts val="1000"/>
              </a:spcBef>
              <a:spcAft>
                <a:spcPts val="0"/>
              </a:spcAft>
              <a:buClr>
                <a:schemeClr val="dk1"/>
              </a:buClr>
              <a:buSzPts val="1200"/>
              <a:buFont typeface="Century Gothic"/>
              <a:buChar char="●"/>
            </a:pPr>
            <a:r>
              <a:rPr lang="en-US" sz="1200">
                <a:solidFill>
                  <a:schemeClr val="dk1"/>
                </a:solidFill>
                <a:latin typeface="Century Gothic"/>
                <a:ea typeface="Century Gothic"/>
                <a:cs typeface="Century Gothic"/>
                <a:sym typeface="Century Gothic"/>
              </a:rPr>
              <a:t>DEROG: Number of major derogatory reports (serious delinquency/late payments)</a:t>
            </a:r>
            <a:endParaRPr/>
          </a:p>
          <a:p>
            <a:pPr marL="457200" lvl="0" indent="-304800" algn="l" rtl="0">
              <a:lnSpc>
                <a:spcPct val="150000"/>
              </a:lnSpc>
              <a:spcBef>
                <a:spcPts val="1000"/>
              </a:spcBef>
              <a:spcAft>
                <a:spcPts val="0"/>
              </a:spcAft>
              <a:buClr>
                <a:schemeClr val="dk1"/>
              </a:buClr>
              <a:buSzPts val="1200"/>
              <a:buFont typeface="Century Gothic"/>
              <a:buChar char="●"/>
            </a:pPr>
            <a:r>
              <a:rPr lang="en-US" sz="1200">
                <a:solidFill>
                  <a:schemeClr val="dk1"/>
                </a:solidFill>
                <a:latin typeface="Century Gothic"/>
                <a:ea typeface="Century Gothic"/>
                <a:cs typeface="Century Gothic"/>
                <a:sym typeface="Century Gothic"/>
              </a:rPr>
              <a:t>DELINQ: Number of delinquent credit lines (past due payments)</a:t>
            </a:r>
            <a:endParaRPr/>
          </a:p>
          <a:p>
            <a:pPr marL="457200" lvl="0" indent="-304800" algn="l" rtl="0">
              <a:lnSpc>
                <a:spcPct val="150000"/>
              </a:lnSpc>
              <a:spcBef>
                <a:spcPts val="1000"/>
              </a:spcBef>
              <a:spcAft>
                <a:spcPts val="0"/>
              </a:spcAft>
              <a:buClr>
                <a:schemeClr val="dk1"/>
              </a:buClr>
              <a:buSzPts val="1200"/>
              <a:buFont typeface="Century Gothic"/>
              <a:buChar char="●"/>
            </a:pPr>
            <a:r>
              <a:rPr lang="en-US" sz="1200">
                <a:solidFill>
                  <a:schemeClr val="dk1"/>
                </a:solidFill>
                <a:latin typeface="Century Gothic"/>
                <a:ea typeface="Century Gothic"/>
                <a:cs typeface="Century Gothic"/>
                <a:sym typeface="Century Gothic"/>
              </a:rPr>
              <a:t>CLAGE: Age of the oldest credit line in months</a:t>
            </a:r>
            <a:endParaRPr/>
          </a:p>
          <a:p>
            <a:pPr marL="457200" lvl="0" indent="-304800" algn="l" rtl="0">
              <a:lnSpc>
                <a:spcPct val="150000"/>
              </a:lnSpc>
              <a:spcBef>
                <a:spcPts val="1000"/>
              </a:spcBef>
              <a:spcAft>
                <a:spcPts val="0"/>
              </a:spcAft>
              <a:buClr>
                <a:schemeClr val="dk1"/>
              </a:buClr>
              <a:buSzPts val="1200"/>
              <a:buFont typeface="Century Gothic"/>
              <a:buChar char="●"/>
            </a:pPr>
            <a:r>
              <a:rPr lang="en-US" sz="1200">
                <a:solidFill>
                  <a:schemeClr val="dk1"/>
                </a:solidFill>
                <a:latin typeface="Century Gothic"/>
                <a:ea typeface="Century Gothic"/>
                <a:cs typeface="Century Gothic"/>
                <a:sym typeface="Century Gothic"/>
              </a:rPr>
              <a:t>NINQ: Number of recent credit inquiries</a:t>
            </a:r>
            <a:endParaRPr/>
          </a:p>
          <a:p>
            <a:pPr marL="457200" lvl="0" indent="-304800" algn="l" rtl="0">
              <a:lnSpc>
                <a:spcPct val="150000"/>
              </a:lnSpc>
              <a:spcBef>
                <a:spcPts val="1000"/>
              </a:spcBef>
              <a:spcAft>
                <a:spcPts val="0"/>
              </a:spcAft>
              <a:buClr>
                <a:schemeClr val="dk1"/>
              </a:buClr>
              <a:buSzPts val="1200"/>
              <a:buFont typeface="Century Gothic"/>
              <a:buChar char="●"/>
            </a:pPr>
            <a:r>
              <a:rPr lang="en-US" sz="1200">
                <a:solidFill>
                  <a:schemeClr val="dk1"/>
                </a:solidFill>
                <a:latin typeface="Century Gothic"/>
                <a:ea typeface="Century Gothic"/>
                <a:cs typeface="Century Gothic"/>
                <a:sym typeface="Century Gothic"/>
              </a:rPr>
              <a:t>CLNO: Number of existing credit lines</a:t>
            </a:r>
            <a:endParaRPr/>
          </a:p>
          <a:p>
            <a:pPr marL="457200" lvl="0" indent="-304800" algn="l" rtl="0">
              <a:lnSpc>
                <a:spcPct val="150000"/>
              </a:lnSpc>
              <a:spcBef>
                <a:spcPts val="1000"/>
              </a:spcBef>
              <a:spcAft>
                <a:spcPts val="0"/>
              </a:spcAft>
              <a:buClr>
                <a:schemeClr val="dk1"/>
              </a:buClr>
              <a:buSzPts val="1200"/>
              <a:buFont typeface="Century Gothic"/>
              <a:buChar char="●"/>
            </a:pPr>
            <a:r>
              <a:rPr lang="en-US" sz="1200">
                <a:solidFill>
                  <a:schemeClr val="dk1"/>
                </a:solidFill>
                <a:latin typeface="Century Gothic"/>
                <a:ea typeface="Century Gothic"/>
                <a:cs typeface="Century Gothic"/>
                <a:sym typeface="Century Gothic"/>
              </a:rPr>
              <a:t>DEBTINC: Debt-to-income ratio (all monthly debt payments divided by gross monthly income)</a:t>
            </a:r>
            <a:endParaRPr/>
          </a:p>
          <a:p>
            <a:pPr marL="914400" lvl="0" indent="-228600" algn="l" rtl="0">
              <a:lnSpc>
                <a:spcPct val="115000"/>
              </a:lnSpc>
              <a:spcBef>
                <a:spcPts val="1000"/>
              </a:spcBef>
              <a:spcAft>
                <a:spcPts val="0"/>
              </a:spcAft>
              <a:buClr>
                <a:srgbClr val="2D3B45"/>
              </a:buClr>
              <a:buSzPts val="1200"/>
              <a:buFont typeface="Century Gothic"/>
              <a:buNone/>
            </a:pPr>
            <a:endParaRPr sz="1200">
              <a:solidFill>
                <a:schemeClr val="dk1"/>
              </a:solidFill>
              <a:latin typeface="Century Gothic"/>
              <a:ea typeface="Century Gothic"/>
              <a:cs typeface="Century Gothic"/>
              <a:sym typeface="Century Gothic"/>
            </a:endParaRPr>
          </a:p>
        </p:txBody>
      </p:sp>
      <p:sp>
        <p:nvSpPr>
          <p:cNvPr id="2" name="Slide Number Placeholder 1">
            <a:extLst>
              <a:ext uri="{FF2B5EF4-FFF2-40B4-BE49-F238E27FC236}">
                <a16:creationId xmlns:a16="http://schemas.microsoft.com/office/drawing/2014/main" id="{CC5786F4-E255-FBF4-D23D-7D139A55AF1F}"/>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230"/>
        <p:cNvGrpSpPr/>
        <p:nvPr/>
      </p:nvGrpSpPr>
      <p:grpSpPr>
        <a:xfrm>
          <a:off x="0" y="0"/>
          <a:ext cx="0" cy="0"/>
          <a:chOff x="0" y="0"/>
          <a:chExt cx="0" cy="0"/>
        </a:xfrm>
      </p:grpSpPr>
      <p:sp>
        <p:nvSpPr>
          <p:cNvPr id="231" name="Google Shape;231;p3"/>
          <p:cNvSpPr txBox="1">
            <a:spLocks noGrp="1"/>
          </p:cNvSpPr>
          <p:nvPr>
            <p:ph type="title"/>
          </p:nvPr>
        </p:nvSpPr>
        <p:spPr>
          <a:xfrm>
            <a:off x="254702" y="101531"/>
            <a:ext cx="473521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 dirty="0">
                <a:solidFill>
                  <a:schemeClr val="lt2"/>
                </a:solidFill>
                <a:latin typeface="Century Gothic"/>
                <a:ea typeface="Century Gothic"/>
                <a:cs typeface="Century Gothic"/>
                <a:sym typeface="Century Gothic"/>
              </a:rPr>
              <a:t>Business Problem Overview</a:t>
            </a:r>
            <a:endParaRPr dirty="0">
              <a:solidFill>
                <a:schemeClr val="lt2"/>
              </a:solidFill>
              <a:latin typeface="Century Gothic"/>
              <a:ea typeface="Century Gothic"/>
              <a:cs typeface="Century Gothic"/>
              <a:sym typeface="Century Gothic"/>
            </a:endParaRPr>
          </a:p>
        </p:txBody>
      </p:sp>
      <p:sp>
        <p:nvSpPr>
          <p:cNvPr id="232" name="Google Shape;232;p3"/>
          <p:cNvSpPr txBox="1">
            <a:spLocks noGrp="1"/>
          </p:cNvSpPr>
          <p:nvPr>
            <p:ph type="body" idx="1"/>
          </p:nvPr>
        </p:nvSpPr>
        <p:spPr>
          <a:xfrm>
            <a:off x="202550" y="861975"/>
            <a:ext cx="8629800" cy="3493747"/>
          </a:xfrm>
          <a:prstGeom prst="rect">
            <a:avLst/>
          </a:prstGeom>
          <a:noFill/>
          <a:ln>
            <a:noFill/>
          </a:ln>
        </p:spPr>
        <p:txBody>
          <a:bodyPr spcFirstLastPara="1" wrap="square" lIns="91425" tIns="91425" rIns="91425" bIns="91425" anchor="t" anchorCtr="0">
            <a:spAutoFit/>
          </a:bodyPr>
          <a:lstStyle/>
          <a:p>
            <a:pPr marL="139700" indent="0">
              <a:spcBef>
                <a:spcPts val="1000"/>
              </a:spcBef>
              <a:buClr>
                <a:schemeClr val="dk1"/>
              </a:buClr>
              <a:buSzPts val="1400"/>
              <a:buNone/>
            </a:pPr>
            <a:r>
              <a:rPr lang="en-US" b="1" dirty="0"/>
              <a:t>Consumer Home Loans </a:t>
            </a:r>
            <a:r>
              <a:rPr lang="en-US" dirty="0"/>
              <a:t>represent a substantial percentage of retail bank profits. Loan defaults (NPA – bad loans) can put those profits at risk. It is in a banks best interest to thoroughly vet perspective loan applicants to minimize loan default occurrences.</a:t>
            </a:r>
          </a:p>
          <a:p>
            <a:pPr marL="139700" indent="0">
              <a:spcBef>
                <a:spcPts val="1000"/>
              </a:spcBef>
              <a:buClr>
                <a:schemeClr val="dk1"/>
              </a:buClr>
              <a:buSzPts val="1400"/>
              <a:buNone/>
            </a:pPr>
            <a:endParaRPr lang="en-US" dirty="0"/>
          </a:p>
          <a:p>
            <a:pPr marL="139700" indent="0">
              <a:spcBef>
                <a:spcPts val="1000"/>
              </a:spcBef>
              <a:buClr>
                <a:schemeClr val="dk1"/>
              </a:buClr>
              <a:buSzPts val="1400"/>
              <a:buNone/>
            </a:pPr>
            <a:r>
              <a:rPr lang="en-US" b="1" dirty="0"/>
              <a:t>Loan Underwriting</a:t>
            </a:r>
            <a:r>
              <a:rPr lang="en-US" dirty="0"/>
              <a:t> is a multi-phase process involving:</a:t>
            </a:r>
          </a:p>
          <a:p>
            <a:pPr marL="139700" indent="0">
              <a:spcBef>
                <a:spcPts val="1000"/>
              </a:spcBef>
              <a:buClr>
                <a:schemeClr val="dk1"/>
              </a:buClr>
              <a:buSzPts val="1400"/>
              <a:buNone/>
            </a:pPr>
            <a:endParaRPr lang="en-US" sz="800" dirty="0"/>
          </a:p>
          <a:p>
            <a:pPr lvl="0"/>
            <a:r>
              <a:rPr lang="en-US" b="1" dirty="0"/>
              <a:t>Credit Analysis/Assessment </a:t>
            </a:r>
            <a:r>
              <a:rPr lang="en-US" dirty="0"/>
              <a:t>– credit scores, history, existing debt, </a:t>
            </a:r>
            <a:r>
              <a:rPr lang="en-US" b="1" dirty="0"/>
              <a:t>DTI</a:t>
            </a:r>
            <a:r>
              <a:rPr lang="en-US" dirty="0"/>
              <a:t> ratio</a:t>
            </a:r>
          </a:p>
          <a:p>
            <a:pPr lvl="0"/>
            <a:r>
              <a:rPr lang="en-US" b="1" dirty="0"/>
              <a:t>Employment/Income Verification </a:t>
            </a:r>
            <a:r>
              <a:rPr lang="en-US" dirty="0"/>
              <a:t> employment status/history, income confirmation</a:t>
            </a:r>
          </a:p>
          <a:p>
            <a:pPr lvl="0"/>
            <a:r>
              <a:rPr lang="en-US" b="1" dirty="0"/>
              <a:t>Asset Assessment </a:t>
            </a:r>
            <a:r>
              <a:rPr lang="en-US" dirty="0"/>
              <a:t>– verification of down payment, investments, properties, liquid assets</a:t>
            </a:r>
          </a:p>
          <a:p>
            <a:pPr lvl="0"/>
            <a:r>
              <a:rPr lang="en-US" b="1" dirty="0"/>
              <a:t>Collateral Evaluation </a:t>
            </a:r>
            <a:r>
              <a:rPr lang="en-US" dirty="0"/>
              <a:t>– property appraisal, loan-to-value (</a:t>
            </a:r>
            <a:r>
              <a:rPr lang="en-US" b="1" dirty="0"/>
              <a:t>LTV</a:t>
            </a:r>
            <a:r>
              <a:rPr lang="en-US" dirty="0"/>
              <a:t>) ratio, title search</a:t>
            </a:r>
          </a:p>
          <a:p>
            <a:pPr lvl="0"/>
            <a:r>
              <a:rPr lang="en-US" b="1" dirty="0"/>
              <a:t>Risk Assessment </a:t>
            </a:r>
            <a:r>
              <a:rPr lang="en-US" dirty="0"/>
              <a:t>– borrower profile, red flags, risk rating</a:t>
            </a:r>
            <a:endParaRPr lang="en-US" b="1" dirty="0"/>
          </a:p>
        </p:txBody>
      </p:sp>
      <p:sp>
        <p:nvSpPr>
          <p:cNvPr id="2" name="Slide Number Placeholder 1">
            <a:extLst>
              <a:ext uri="{FF2B5EF4-FFF2-40B4-BE49-F238E27FC236}">
                <a16:creationId xmlns:a16="http://schemas.microsoft.com/office/drawing/2014/main" id="{0DF09D0F-AACB-5458-AB21-712F38BFE071}"/>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 smtClean="0"/>
              <a:t>5</a:t>
            </a:fld>
            <a:endParaRPr lang="en"/>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230">
          <a:extLst>
            <a:ext uri="{FF2B5EF4-FFF2-40B4-BE49-F238E27FC236}">
              <a16:creationId xmlns:a16="http://schemas.microsoft.com/office/drawing/2014/main" id="{206B1578-1E42-D453-7DDF-AD99B1146A84}"/>
            </a:ext>
          </a:extLst>
        </p:cNvPr>
        <p:cNvGrpSpPr/>
        <p:nvPr/>
      </p:nvGrpSpPr>
      <p:grpSpPr>
        <a:xfrm>
          <a:off x="0" y="0"/>
          <a:ext cx="0" cy="0"/>
          <a:chOff x="0" y="0"/>
          <a:chExt cx="0" cy="0"/>
        </a:xfrm>
      </p:grpSpPr>
      <p:sp>
        <p:nvSpPr>
          <p:cNvPr id="231" name="Google Shape;231;p3">
            <a:extLst>
              <a:ext uri="{FF2B5EF4-FFF2-40B4-BE49-F238E27FC236}">
                <a16:creationId xmlns:a16="http://schemas.microsoft.com/office/drawing/2014/main" id="{E7D40A21-58AC-7DE5-EE83-505441120458}"/>
              </a:ext>
            </a:extLst>
          </p:cNvPr>
          <p:cNvSpPr txBox="1">
            <a:spLocks noGrp="1"/>
          </p:cNvSpPr>
          <p:nvPr>
            <p:ph type="title"/>
          </p:nvPr>
        </p:nvSpPr>
        <p:spPr>
          <a:xfrm>
            <a:off x="254702" y="101531"/>
            <a:ext cx="473521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 dirty="0">
                <a:solidFill>
                  <a:schemeClr val="lt2"/>
                </a:solidFill>
                <a:latin typeface="Century Gothic"/>
                <a:ea typeface="Century Gothic"/>
                <a:cs typeface="Century Gothic"/>
                <a:sym typeface="Century Gothic"/>
              </a:rPr>
              <a:t>Business Problem Overview</a:t>
            </a:r>
            <a:endParaRPr dirty="0">
              <a:solidFill>
                <a:schemeClr val="lt2"/>
              </a:solidFill>
              <a:latin typeface="Century Gothic"/>
              <a:ea typeface="Century Gothic"/>
              <a:cs typeface="Century Gothic"/>
              <a:sym typeface="Century Gothic"/>
            </a:endParaRPr>
          </a:p>
        </p:txBody>
      </p:sp>
      <p:sp>
        <p:nvSpPr>
          <p:cNvPr id="232" name="Google Shape;232;p3">
            <a:extLst>
              <a:ext uri="{FF2B5EF4-FFF2-40B4-BE49-F238E27FC236}">
                <a16:creationId xmlns:a16="http://schemas.microsoft.com/office/drawing/2014/main" id="{962EE95E-91F1-7D98-E406-B6C0C567B22D}"/>
              </a:ext>
            </a:extLst>
          </p:cNvPr>
          <p:cNvSpPr txBox="1">
            <a:spLocks noGrp="1"/>
          </p:cNvSpPr>
          <p:nvPr>
            <p:ph type="body" idx="1"/>
          </p:nvPr>
        </p:nvSpPr>
        <p:spPr>
          <a:xfrm>
            <a:off x="130629" y="861975"/>
            <a:ext cx="8937743" cy="3870773"/>
          </a:xfrm>
          <a:prstGeom prst="rect">
            <a:avLst/>
          </a:prstGeom>
          <a:noFill/>
          <a:ln>
            <a:noFill/>
          </a:ln>
        </p:spPr>
        <p:txBody>
          <a:bodyPr spcFirstLastPara="1" wrap="square" lIns="91425" tIns="91425" rIns="91425" bIns="91425" anchor="t" anchorCtr="0">
            <a:spAutoFit/>
          </a:bodyPr>
          <a:lstStyle/>
          <a:p>
            <a:pPr marL="139700" indent="0">
              <a:spcBef>
                <a:spcPts val="1000"/>
              </a:spcBef>
              <a:buClr>
                <a:schemeClr val="dk1"/>
              </a:buClr>
              <a:buSzPts val="1400"/>
              <a:buNone/>
            </a:pPr>
            <a:r>
              <a:rPr lang="en-US" b="1" dirty="0"/>
              <a:t>Verification Process </a:t>
            </a:r>
            <a:r>
              <a:rPr lang="en-US" dirty="0"/>
              <a:t>the existing process is a manual one with a lot of hands-on human interactions.</a:t>
            </a:r>
          </a:p>
          <a:p>
            <a:pPr marL="139700" indent="0">
              <a:spcBef>
                <a:spcPts val="400"/>
              </a:spcBef>
              <a:buClr>
                <a:schemeClr val="dk1"/>
              </a:buClr>
              <a:buSzPts val="1400"/>
              <a:buNone/>
            </a:pPr>
            <a:endParaRPr lang="en-US" dirty="0"/>
          </a:p>
          <a:p>
            <a:pPr marL="139700" indent="0">
              <a:spcBef>
                <a:spcPts val="400"/>
              </a:spcBef>
              <a:buClr>
                <a:schemeClr val="dk1"/>
              </a:buClr>
              <a:buSzPts val="1400"/>
              <a:buNone/>
            </a:pPr>
            <a:r>
              <a:rPr lang="en-US" b="1" dirty="0"/>
              <a:t>The current process is characterized by</a:t>
            </a:r>
            <a:r>
              <a:rPr lang="en-US" dirty="0"/>
              <a:t>:</a:t>
            </a:r>
          </a:p>
          <a:p>
            <a:pPr marL="139700" indent="0">
              <a:buClr>
                <a:schemeClr val="dk1"/>
              </a:buClr>
              <a:buSzPts val="1400"/>
              <a:buNone/>
            </a:pPr>
            <a:endParaRPr lang="en-US" sz="800" dirty="0"/>
          </a:p>
          <a:p>
            <a:pPr marL="1828800"/>
            <a:r>
              <a:rPr lang="en-US" dirty="0"/>
              <a:t>Human-dependent</a:t>
            </a:r>
          </a:p>
          <a:p>
            <a:pPr marL="1828800"/>
            <a:r>
              <a:rPr lang="en-US" dirty="0"/>
              <a:t>Labor/Resource-intensive</a:t>
            </a:r>
          </a:p>
          <a:p>
            <a:pPr marL="1828800"/>
            <a:r>
              <a:rPr lang="en-US" dirty="0"/>
              <a:t>Time-consuming</a:t>
            </a:r>
          </a:p>
          <a:p>
            <a:pPr marL="1828800"/>
            <a:r>
              <a:rPr lang="en-US" dirty="0"/>
              <a:t>Manual / manually-driven</a:t>
            </a:r>
          </a:p>
          <a:p>
            <a:pPr marL="1828800"/>
            <a:r>
              <a:rPr lang="en-US" dirty="0"/>
              <a:t>Paper-heavy / document-heavy</a:t>
            </a:r>
          </a:p>
          <a:p>
            <a:pPr marL="1828800"/>
            <a:r>
              <a:rPr lang="en-US" dirty="0"/>
              <a:t>Prone to human error / inconsistency</a:t>
            </a:r>
          </a:p>
          <a:p>
            <a:pPr marL="1828800"/>
            <a:r>
              <a:rPr lang="en-US" dirty="0"/>
              <a:t>Subjective (underwriter discretion varies)</a:t>
            </a:r>
          </a:p>
          <a:p>
            <a:pPr marL="1828800"/>
            <a:r>
              <a:rPr lang="en-US" dirty="0"/>
              <a:t>Difficult to scale</a:t>
            </a:r>
          </a:p>
          <a:p>
            <a:pPr marL="139700" indent="0">
              <a:spcBef>
                <a:spcPts val="1000"/>
              </a:spcBef>
              <a:buClr>
                <a:schemeClr val="dk1"/>
              </a:buClr>
              <a:buSzPts val="1400"/>
              <a:buNone/>
            </a:pPr>
            <a:endParaRPr lang="en-US" dirty="0"/>
          </a:p>
        </p:txBody>
      </p:sp>
      <p:sp>
        <p:nvSpPr>
          <p:cNvPr id="2" name="Slide Number Placeholder 1">
            <a:extLst>
              <a:ext uri="{FF2B5EF4-FFF2-40B4-BE49-F238E27FC236}">
                <a16:creationId xmlns:a16="http://schemas.microsoft.com/office/drawing/2014/main" id="{253E95BD-33FE-E1F8-C1D9-070231F08F3C}"/>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 smtClean="0"/>
              <a:t>6</a:t>
            </a:fld>
            <a:endParaRPr lang="en"/>
          </a:p>
        </p:txBody>
      </p:sp>
    </p:spTree>
    <p:extLst>
      <p:ext uri="{BB962C8B-B14F-4D97-AF65-F5344CB8AC3E}">
        <p14:creationId xmlns:p14="http://schemas.microsoft.com/office/powerpoint/2010/main" val="135195519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230">
          <a:extLst>
            <a:ext uri="{FF2B5EF4-FFF2-40B4-BE49-F238E27FC236}">
              <a16:creationId xmlns:a16="http://schemas.microsoft.com/office/drawing/2014/main" id="{DA221B20-1490-613B-62EA-FE5D03B6DA99}"/>
            </a:ext>
          </a:extLst>
        </p:cNvPr>
        <p:cNvGrpSpPr/>
        <p:nvPr/>
      </p:nvGrpSpPr>
      <p:grpSpPr>
        <a:xfrm>
          <a:off x="0" y="0"/>
          <a:ext cx="0" cy="0"/>
          <a:chOff x="0" y="0"/>
          <a:chExt cx="0" cy="0"/>
        </a:xfrm>
      </p:grpSpPr>
      <p:sp>
        <p:nvSpPr>
          <p:cNvPr id="231" name="Google Shape;231;p3">
            <a:extLst>
              <a:ext uri="{FF2B5EF4-FFF2-40B4-BE49-F238E27FC236}">
                <a16:creationId xmlns:a16="http://schemas.microsoft.com/office/drawing/2014/main" id="{C1DD4B4D-FE57-F030-4673-C201A6B6B083}"/>
              </a:ext>
            </a:extLst>
          </p:cNvPr>
          <p:cNvSpPr txBox="1">
            <a:spLocks noGrp="1"/>
          </p:cNvSpPr>
          <p:nvPr>
            <p:ph type="title"/>
          </p:nvPr>
        </p:nvSpPr>
        <p:spPr>
          <a:xfrm>
            <a:off x="254702" y="101531"/>
            <a:ext cx="473521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 dirty="0">
                <a:solidFill>
                  <a:schemeClr val="lt2"/>
                </a:solidFill>
                <a:latin typeface="Century Gothic"/>
                <a:ea typeface="Century Gothic"/>
                <a:cs typeface="Century Gothic"/>
                <a:sym typeface="Century Gothic"/>
              </a:rPr>
              <a:t>Business Problem Overview</a:t>
            </a:r>
            <a:endParaRPr dirty="0">
              <a:solidFill>
                <a:schemeClr val="lt2"/>
              </a:solidFill>
              <a:latin typeface="Century Gothic"/>
              <a:ea typeface="Century Gothic"/>
              <a:cs typeface="Century Gothic"/>
              <a:sym typeface="Century Gothic"/>
            </a:endParaRPr>
          </a:p>
        </p:txBody>
      </p:sp>
      <p:sp>
        <p:nvSpPr>
          <p:cNvPr id="232" name="Google Shape;232;p3">
            <a:extLst>
              <a:ext uri="{FF2B5EF4-FFF2-40B4-BE49-F238E27FC236}">
                <a16:creationId xmlns:a16="http://schemas.microsoft.com/office/drawing/2014/main" id="{834345AC-92B5-3448-0476-381F34CFE640}"/>
              </a:ext>
            </a:extLst>
          </p:cNvPr>
          <p:cNvSpPr txBox="1">
            <a:spLocks noGrp="1"/>
          </p:cNvSpPr>
          <p:nvPr>
            <p:ph type="body" idx="1"/>
          </p:nvPr>
        </p:nvSpPr>
        <p:spPr>
          <a:xfrm>
            <a:off x="202550" y="861975"/>
            <a:ext cx="8629800" cy="3109026"/>
          </a:xfrm>
          <a:prstGeom prst="rect">
            <a:avLst/>
          </a:prstGeom>
          <a:noFill/>
          <a:ln>
            <a:noFill/>
          </a:ln>
        </p:spPr>
        <p:txBody>
          <a:bodyPr spcFirstLastPara="1" wrap="square" lIns="91425" tIns="91425" rIns="91425" bIns="91425" anchor="t" anchorCtr="0">
            <a:spAutoFit/>
          </a:bodyPr>
          <a:lstStyle/>
          <a:p>
            <a:pPr marL="139700" indent="0">
              <a:spcBef>
                <a:spcPts val="1000"/>
              </a:spcBef>
              <a:buClr>
                <a:schemeClr val="dk1"/>
              </a:buClr>
              <a:buSzPts val="1400"/>
              <a:buNone/>
            </a:pPr>
            <a:r>
              <a:rPr lang="en-US" b="1" dirty="0"/>
              <a:t>Limitations of the current approach include:</a:t>
            </a:r>
            <a:endParaRPr lang="en-US" dirty="0"/>
          </a:p>
          <a:p>
            <a:pPr marL="139700" indent="0">
              <a:buClr>
                <a:schemeClr val="dk1"/>
              </a:buClr>
              <a:buSzPts val="1400"/>
              <a:buNone/>
            </a:pPr>
            <a:endParaRPr lang="en-US" sz="800" dirty="0"/>
          </a:p>
          <a:p>
            <a:pPr marL="1828800"/>
            <a:r>
              <a:rPr lang="en-US" dirty="0"/>
              <a:t>Effort-intensive</a:t>
            </a:r>
          </a:p>
          <a:p>
            <a:pPr marL="1828800"/>
            <a:r>
              <a:rPr lang="en-US" dirty="0"/>
              <a:t>Clerical errors</a:t>
            </a:r>
          </a:p>
          <a:p>
            <a:pPr marL="1828800"/>
            <a:r>
              <a:rPr lang="en-US" dirty="0"/>
              <a:t>Data/document errors</a:t>
            </a:r>
          </a:p>
          <a:p>
            <a:pPr marL="1828800"/>
            <a:r>
              <a:rPr lang="en-US" dirty="0"/>
              <a:t>Prone to errors in judgment</a:t>
            </a:r>
          </a:p>
          <a:p>
            <a:pPr marL="1828800"/>
            <a:r>
              <a:rPr lang="en-US" dirty="0"/>
              <a:t>Prone to incorrect approvals</a:t>
            </a:r>
          </a:p>
          <a:p>
            <a:pPr marL="1828800"/>
            <a:r>
              <a:rPr lang="en-US" dirty="0"/>
              <a:t>Susceptible to human error</a:t>
            </a:r>
          </a:p>
          <a:p>
            <a:pPr marL="1828800"/>
            <a:r>
              <a:rPr lang="en-US" dirty="0"/>
              <a:t>Vulnerable to bias</a:t>
            </a:r>
          </a:p>
          <a:p>
            <a:pPr marL="1828800"/>
            <a:r>
              <a:rPr lang="en-US" dirty="0"/>
              <a:t>Documentation/reasoning </a:t>
            </a:r>
            <a:r>
              <a:rPr lang="en-US" dirty="0" err="1"/>
              <a:t>concistency</a:t>
            </a:r>
            <a:endParaRPr lang="en-US" dirty="0"/>
          </a:p>
          <a:p>
            <a:pPr marL="1828800"/>
            <a:r>
              <a:rPr lang="en-US" dirty="0"/>
              <a:t>Bottlenecks, long turn around times – reduces potential for </a:t>
            </a:r>
            <a:r>
              <a:rPr lang="en-US" dirty="0" err="1"/>
              <a:t>scalibility</a:t>
            </a:r>
            <a:endParaRPr lang="en-US" dirty="0"/>
          </a:p>
        </p:txBody>
      </p:sp>
      <p:sp>
        <p:nvSpPr>
          <p:cNvPr id="2" name="Slide Number Placeholder 1">
            <a:extLst>
              <a:ext uri="{FF2B5EF4-FFF2-40B4-BE49-F238E27FC236}">
                <a16:creationId xmlns:a16="http://schemas.microsoft.com/office/drawing/2014/main" id="{C3D6EB1F-6B0F-7B79-D30E-A14BC830ACDA}"/>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 smtClean="0"/>
              <a:t>7</a:t>
            </a:fld>
            <a:endParaRPr lang="en"/>
          </a:p>
        </p:txBody>
      </p:sp>
    </p:spTree>
    <p:extLst>
      <p:ext uri="{BB962C8B-B14F-4D97-AF65-F5344CB8AC3E}">
        <p14:creationId xmlns:p14="http://schemas.microsoft.com/office/powerpoint/2010/main" val="39073352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230">
          <a:extLst>
            <a:ext uri="{FF2B5EF4-FFF2-40B4-BE49-F238E27FC236}">
              <a16:creationId xmlns:a16="http://schemas.microsoft.com/office/drawing/2014/main" id="{75044022-5328-9FB3-9205-A15285C1DE3C}"/>
            </a:ext>
          </a:extLst>
        </p:cNvPr>
        <p:cNvGrpSpPr/>
        <p:nvPr/>
      </p:nvGrpSpPr>
      <p:grpSpPr>
        <a:xfrm>
          <a:off x="0" y="0"/>
          <a:ext cx="0" cy="0"/>
          <a:chOff x="0" y="0"/>
          <a:chExt cx="0" cy="0"/>
        </a:xfrm>
      </p:grpSpPr>
      <p:sp>
        <p:nvSpPr>
          <p:cNvPr id="231" name="Google Shape;231;p3">
            <a:extLst>
              <a:ext uri="{FF2B5EF4-FFF2-40B4-BE49-F238E27FC236}">
                <a16:creationId xmlns:a16="http://schemas.microsoft.com/office/drawing/2014/main" id="{297F4B31-4A9A-EC8B-D0CE-866C28F030AF}"/>
              </a:ext>
            </a:extLst>
          </p:cNvPr>
          <p:cNvSpPr txBox="1">
            <a:spLocks noGrp="1"/>
          </p:cNvSpPr>
          <p:nvPr>
            <p:ph type="title"/>
          </p:nvPr>
        </p:nvSpPr>
        <p:spPr>
          <a:xfrm>
            <a:off x="254702" y="101531"/>
            <a:ext cx="473521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 dirty="0">
                <a:solidFill>
                  <a:schemeClr val="lt2"/>
                </a:solidFill>
                <a:latin typeface="Century Gothic"/>
                <a:ea typeface="Century Gothic"/>
                <a:cs typeface="Century Gothic"/>
                <a:sym typeface="Century Gothic"/>
              </a:rPr>
              <a:t>Project Goals and Objectives</a:t>
            </a:r>
            <a:endParaRPr dirty="0">
              <a:solidFill>
                <a:schemeClr val="lt2"/>
              </a:solidFill>
              <a:latin typeface="Century Gothic"/>
              <a:ea typeface="Century Gothic"/>
              <a:cs typeface="Century Gothic"/>
              <a:sym typeface="Century Gothic"/>
            </a:endParaRPr>
          </a:p>
        </p:txBody>
      </p:sp>
      <p:sp>
        <p:nvSpPr>
          <p:cNvPr id="232" name="Google Shape;232;p3">
            <a:extLst>
              <a:ext uri="{FF2B5EF4-FFF2-40B4-BE49-F238E27FC236}">
                <a16:creationId xmlns:a16="http://schemas.microsoft.com/office/drawing/2014/main" id="{275A489B-81A7-0307-8137-F9750F0A0884}"/>
              </a:ext>
            </a:extLst>
          </p:cNvPr>
          <p:cNvSpPr txBox="1">
            <a:spLocks noGrp="1"/>
          </p:cNvSpPr>
          <p:nvPr>
            <p:ph type="body" idx="1"/>
          </p:nvPr>
        </p:nvSpPr>
        <p:spPr>
          <a:xfrm>
            <a:off x="202550" y="861975"/>
            <a:ext cx="8629800" cy="3965414"/>
          </a:xfrm>
          <a:prstGeom prst="rect">
            <a:avLst/>
          </a:prstGeom>
          <a:noFill/>
          <a:ln>
            <a:noFill/>
          </a:ln>
        </p:spPr>
        <p:txBody>
          <a:bodyPr spcFirstLastPara="1" wrap="square" lIns="91425" tIns="91425" rIns="91425" bIns="91425" anchor="t" anchorCtr="0">
            <a:spAutoFit/>
          </a:bodyPr>
          <a:lstStyle/>
          <a:p>
            <a:pPr marL="139700" indent="0">
              <a:spcBef>
                <a:spcPts val="1000"/>
              </a:spcBef>
              <a:buClr>
                <a:schemeClr val="dk1"/>
              </a:buClr>
              <a:buSzPts val="1400"/>
              <a:buNone/>
            </a:pPr>
            <a:r>
              <a:rPr lang="en-US" b="1" dirty="0"/>
              <a:t>Goal:</a:t>
            </a:r>
          </a:p>
          <a:p>
            <a:pPr marL="139700" indent="0">
              <a:spcBef>
                <a:spcPts val="400"/>
              </a:spcBef>
              <a:buClr>
                <a:schemeClr val="dk1"/>
              </a:buClr>
              <a:buSzPts val="1400"/>
              <a:buNone/>
            </a:pPr>
            <a:endParaRPr lang="en-US" sz="800" b="1" dirty="0"/>
          </a:p>
          <a:p>
            <a:pPr marL="133350" indent="0">
              <a:buNone/>
            </a:pPr>
            <a:r>
              <a:rPr lang="en-US" dirty="0"/>
              <a:t>A bank's consumer credit department seeks to streamline the decision-making process for home equity lines of credit. In compliance with the Equal Credit Opportunity Act (ECOA), the department requires an empirically derived and statistically sound credit scoring model.</a:t>
            </a:r>
          </a:p>
          <a:p>
            <a:pPr marL="133350" indent="0">
              <a:buNone/>
            </a:pPr>
            <a:endParaRPr lang="en-US" sz="800" dirty="0"/>
          </a:p>
          <a:p>
            <a:pPr marL="133350" indent="0">
              <a:buNone/>
            </a:pPr>
            <a:r>
              <a:rPr lang="en-US" dirty="0"/>
              <a:t>The model will be developed using data collected through the existing loan underwriting process from recent applicants who were granted credit. The model needs to be interpretable to provide reasonings for loan acceptances/rejections.</a:t>
            </a:r>
          </a:p>
          <a:p>
            <a:pPr marL="133350" indent="0">
              <a:buNone/>
            </a:pPr>
            <a:endParaRPr lang="en-US" sz="800" dirty="0"/>
          </a:p>
          <a:p>
            <a:pPr marL="139700" indent="0">
              <a:spcBef>
                <a:spcPts val="1000"/>
              </a:spcBef>
              <a:buClr>
                <a:schemeClr val="dk1"/>
              </a:buClr>
              <a:buSzPts val="1400"/>
              <a:buNone/>
            </a:pPr>
            <a:r>
              <a:rPr lang="en-US" b="1" dirty="0"/>
              <a:t>Objective:</a:t>
            </a:r>
          </a:p>
          <a:p>
            <a:pPr marL="139700" indent="0">
              <a:spcBef>
                <a:spcPts val="1000"/>
              </a:spcBef>
              <a:buClr>
                <a:schemeClr val="dk1"/>
              </a:buClr>
              <a:buSzPts val="1400"/>
              <a:buNone/>
            </a:pPr>
            <a:r>
              <a:rPr lang="en-US" dirty="0"/>
              <a:t>Build a classification model using an Artificial Neural Network (ANN) to predict clients who are likely to default on  loans. The </a:t>
            </a:r>
            <a:r>
              <a:rPr lang="en-US"/>
              <a:t>model should provide </a:t>
            </a:r>
            <a:r>
              <a:rPr lang="en-US" dirty="0"/>
              <a:t>recommendations on the key features to consider during loan approval.</a:t>
            </a:r>
          </a:p>
        </p:txBody>
      </p:sp>
      <p:sp>
        <p:nvSpPr>
          <p:cNvPr id="2" name="Slide Number Placeholder 1">
            <a:extLst>
              <a:ext uri="{FF2B5EF4-FFF2-40B4-BE49-F238E27FC236}">
                <a16:creationId xmlns:a16="http://schemas.microsoft.com/office/drawing/2014/main" id="{ED837053-9176-CEC0-592B-0876C4E078B4}"/>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 smtClean="0"/>
              <a:t>8</a:t>
            </a:fld>
            <a:endParaRPr lang="en"/>
          </a:p>
        </p:txBody>
      </p:sp>
    </p:spTree>
    <p:extLst>
      <p:ext uri="{BB962C8B-B14F-4D97-AF65-F5344CB8AC3E}">
        <p14:creationId xmlns:p14="http://schemas.microsoft.com/office/powerpoint/2010/main" val="103557222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61AC7F-EAFB-724B-5A24-394B8868E06D}"/>
              </a:ext>
            </a:extLst>
          </p:cNvPr>
          <p:cNvSpPr>
            <a:spLocks noGrp="1"/>
          </p:cNvSpPr>
          <p:nvPr>
            <p:ph type="title"/>
          </p:nvPr>
        </p:nvSpPr>
        <p:spPr>
          <a:xfrm>
            <a:off x="202550" y="84147"/>
            <a:ext cx="8520600" cy="572700"/>
          </a:xfrm>
        </p:spPr>
        <p:txBody>
          <a:bodyPr/>
          <a:lstStyle/>
          <a:p>
            <a:r>
              <a:rPr lang="en-US" dirty="0">
                <a:solidFill>
                  <a:schemeClr val="lt2"/>
                </a:solidFill>
                <a:latin typeface="Century Gothic"/>
                <a:ea typeface="Century Gothic"/>
                <a:cs typeface="Century Gothic"/>
                <a:sym typeface="Century Gothic"/>
              </a:rPr>
              <a:t>Solution Approach</a:t>
            </a:r>
            <a:br>
              <a:rPr lang="en-US" dirty="0">
                <a:solidFill>
                  <a:schemeClr val="lt2"/>
                </a:solidFill>
                <a:latin typeface="Century Gothic"/>
                <a:ea typeface="Century Gothic"/>
                <a:cs typeface="Century Gothic"/>
                <a:sym typeface="Century Gothic"/>
              </a:rPr>
            </a:br>
            <a:endParaRPr lang="en-US" dirty="0"/>
          </a:p>
        </p:txBody>
      </p:sp>
      <p:sp>
        <p:nvSpPr>
          <p:cNvPr id="3" name="Text Placeholder 2">
            <a:extLst>
              <a:ext uri="{FF2B5EF4-FFF2-40B4-BE49-F238E27FC236}">
                <a16:creationId xmlns:a16="http://schemas.microsoft.com/office/drawing/2014/main" id="{8EEF664F-FE4B-F917-1F60-158FDC5B15C6}"/>
              </a:ext>
            </a:extLst>
          </p:cNvPr>
          <p:cNvSpPr>
            <a:spLocks noGrp="1"/>
          </p:cNvSpPr>
          <p:nvPr>
            <p:ph type="body" idx="1"/>
          </p:nvPr>
        </p:nvSpPr>
        <p:spPr/>
        <p:txBody>
          <a:bodyPr/>
          <a:lstStyle/>
          <a:p>
            <a:pPr marL="133350" indent="0">
              <a:buNone/>
            </a:pPr>
            <a:r>
              <a:rPr lang="en-US" b="1" dirty="0"/>
              <a:t>1. Exploratory Data Analysis (EDA)</a:t>
            </a:r>
            <a:endParaRPr lang="en-US" dirty="0"/>
          </a:p>
          <a:p>
            <a:pPr lvl="0"/>
            <a:r>
              <a:rPr lang="en-US" sz="1400" dirty="0"/>
              <a:t>Perform general </a:t>
            </a:r>
            <a:r>
              <a:rPr lang="en-US" sz="1400" b="1" dirty="0"/>
              <a:t>Exploratory Data Analysis</a:t>
            </a:r>
            <a:r>
              <a:rPr lang="en-US" sz="1400" dirty="0"/>
              <a:t> (</a:t>
            </a:r>
            <a:r>
              <a:rPr lang="en-US" sz="1400" b="1" dirty="0"/>
              <a:t>EDA</a:t>
            </a:r>
            <a:r>
              <a:rPr lang="en-US" sz="1400" dirty="0"/>
              <a:t>) </a:t>
            </a:r>
          </a:p>
          <a:p>
            <a:pPr lvl="0"/>
            <a:r>
              <a:rPr lang="en-US" sz="1400" dirty="0"/>
              <a:t>Perform supplementary </a:t>
            </a:r>
            <a:r>
              <a:rPr lang="en-US" sz="1400" b="1" dirty="0"/>
              <a:t>EDA </a:t>
            </a:r>
            <a:r>
              <a:rPr lang="en-US" sz="1400" dirty="0"/>
              <a:t>on charts rendered through Rapid Miner</a:t>
            </a:r>
            <a:r>
              <a:rPr lang="en-US" sz="1200" dirty="0"/>
              <a:t>.</a:t>
            </a:r>
          </a:p>
          <a:p>
            <a:endParaRPr lang="en-US" sz="1000" b="1" dirty="0"/>
          </a:p>
          <a:p>
            <a:pPr marL="133350" indent="0">
              <a:buNone/>
            </a:pPr>
            <a:r>
              <a:rPr lang="en-US" b="1" dirty="0"/>
              <a:t>2. Perform Follow up EDA after Feature Engineering </a:t>
            </a:r>
            <a:endParaRPr lang="en-US" dirty="0"/>
          </a:p>
          <a:p>
            <a:pPr marL="133350" indent="0">
              <a:buNone/>
            </a:pPr>
            <a:r>
              <a:rPr lang="en-US" sz="1300" dirty="0"/>
              <a:t>Assuming that </a:t>
            </a:r>
            <a:r>
              <a:rPr lang="en-US" sz="1300" b="1" dirty="0"/>
              <a:t>Feature Engineering</a:t>
            </a:r>
            <a:r>
              <a:rPr lang="en-US" sz="1300" dirty="0"/>
              <a:t> was provided for the project:</a:t>
            </a:r>
          </a:p>
          <a:p>
            <a:pPr lvl="0"/>
            <a:r>
              <a:rPr lang="en-US" sz="1400" dirty="0"/>
              <a:t>Repeat EDA and supplementary EDA analysis of preprocessed (normalized) data</a:t>
            </a:r>
          </a:p>
          <a:p>
            <a:pPr lvl="0"/>
            <a:endParaRPr lang="en-US" sz="1000" dirty="0"/>
          </a:p>
          <a:p>
            <a:pPr marL="133350" indent="0">
              <a:buNone/>
            </a:pPr>
            <a:r>
              <a:rPr lang="en-US" b="1" dirty="0"/>
              <a:t>3. Basic Neural Network (NN) Analysis</a:t>
            </a:r>
            <a:endParaRPr lang="en-US" dirty="0"/>
          </a:p>
          <a:p>
            <a:pPr lvl="0"/>
            <a:r>
              <a:rPr lang="en-US" sz="1400" dirty="0"/>
              <a:t>Analyze initial Model performance results</a:t>
            </a:r>
          </a:p>
          <a:p>
            <a:pPr lvl="0"/>
            <a:endParaRPr lang="en-US" sz="1200" b="1" dirty="0"/>
          </a:p>
          <a:p>
            <a:pPr marL="133350" indent="0">
              <a:buNone/>
            </a:pPr>
            <a:r>
              <a:rPr lang="en-US" b="1" dirty="0"/>
              <a:t>4. Neural Network with Parameter Tuning</a:t>
            </a:r>
          </a:p>
          <a:p>
            <a:pPr marL="133350" indent="0">
              <a:buNone/>
            </a:pPr>
            <a:r>
              <a:rPr lang="en-US" sz="1300" b="1" dirty="0"/>
              <a:t>Hand Tune</a:t>
            </a:r>
            <a:r>
              <a:rPr lang="en-US" sz="1300" dirty="0"/>
              <a:t> selected NN parameters and rerun the model (iteratively)</a:t>
            </a:r>
          </a:p>
          <a:p>
            <a:pPr lvl="0"/>
            <a:r>
              <a:rPr lang="en-US" sz="1400" dirty="0"/>
              <a:t>Comment on parameter tuned NN Model performance</a:t>
            </a:r>
          </a:p>
          <a:p>
            <a:endParaRPr lang="en-US" sz="1100" b="1" dirty="0"/>
          </a:p>
          <a:p>
            <a:pPr marL="133350" indent="0">
              <a:buNone/>
            </a:pPr>
            <a:endParaRPr lang="en-US" dirty="0"/>
          </a:p>
        </p:txBody>
      </p:sp>
      <p:sp>
        <p:nvSpPr>
          <p:cNvPr id="4" name="Slide Number Placeholder 3">
            <a:extLst>
              <a:ext uri="{FF2B5EF4-FFF2-40B4-BE49-F238E27FC236}">
                <a16:creationId xmlns:a16="http://schemas.microsoft.com/office/drawing/2014/main" id="{8A7BBDE3-278D-35FB-7473-C3CF6999A37D}"/>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 smtClean="0"/>
              <a:t>9</a:t>
            </a:fld>
            <a:endParaRPr lang="en"/>
          </a:p>
        </p:txBody>
      </p:sp>
    </p:spTree>
    <p:extLst>
      <p:ext uri="{BB962C8B-B14F-4D97-AF65-F5344CB8AC3E}">
        <p14:creationId xmlns:p14="http://schemas.microsoft.com/office/powerpoint/2010/main" val="393673023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7081A1-0986-4C76-ADA6-06B7FAA817B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676ACB7-ACCC-D328-557C-33FF6B613013}"/>
              </a:ext>
            </a:extLst>
          </p:cNvPr>
          <p:cNvSpPr>
            <a:spLocks noGrp="1"/>
          </p:cNvSpPr>
          <p:nvPr>
            <p:ph type="title"/>
          </p:nvPr>
        </p:nvSpPr>
        <p:spPr>
          <a:xfrm>
            <a:off x="202550" y="84147"/>
            <a:ext cx="8520600" cy="572700"/>
          </a:xfrm>
        </p:spPr>
        <p:txBody>
          <a:bodyPr/>
          <a:lstStyle/>
          <a:p>
            <a:r>
              <a:rPr lang="en-US" dirty="0">
                <a:solidFill>
                  <a:schemeClr val="lt2"/>
                </a:solidFill>
                <a:latin typeface="Century Gothic"/>
                <a:ea typeface="Century Gothic"/>
                <a:cs typeface="Century Gothic"/>
                <a:sym typeface="Century Gothic"/>
              </a:rPr>
              <a:t>Solution Approach</a:t>
            </a:r>
            <a:br>
              <a:rPr lang="en-US" dirty="0">
                <a:solidFill>
                  <a:schemeClr val="lt2"/>
                </a:solidFill>
                <a:latin typeface="Century Gothic"/>
                <a:ea typeface="Century Gothic"/>
                <a:cs typeface="Century Gothic"/>
                <a:sym typeface="Century Gothic"/>
              </a:rPr>
            </a:br>
            <a:endParaRPr lang="en-US" dirty="0"/>
          </a:p>
        </p:txBody>
      </p:sp>
      <p:sp>
        <p:nvSpPr>
          <p:cNvPr id="3" name="Text Placeholder 2">
            <a:extLst>
              <a:ext uri="{FF2B5EF4-FFF2-40B4-BE49-F238E27FC236}">
                <a16:creationId xmlns:a16="http://schemas.microsoft.com/office/drawing/2014/main" id="{08581D07-B79C-D9A4-8AEE-602465399B57}"/>
              </a:ext>
            </a:extLst>
          </p:cNvPr>
          <p:cNvSpPr>
            <a:spLocks noGrp="1"/>
          </p:cNvSpPr>
          <p:nvPr>
            <p:ph type="body" idx="1"/>
          </p:nvPr>
        </p:nvSpPr>
        <p:spPr>
          <a:xfrm>
            <a:off x="55002" y="861975"/>
            <a:ext cx="9033996" cy="3706800"/>
          </a:xfrm>
        </p:spPr>
        <p:txBody>
          <a:bodyPr/>
          <a:lstStyle/>
          <a:p>
            <a:pPr marL="133350" indent="0">
              <a:buNone/>
            </a:pPr>
            <a:r>
              <a:rPr lang="en-US" b="1" dirty="0"/>
              <a:t>5. Neural Network Tuned Using Grid Search</a:t>
            </a:r>
          </a:p>
          <a:p>
            <a:pPr marL="133350" indent="0">
              <a:buNone/>
            </a:pPr>
            <a:r>
              <a:rPr lang="en-US" sz="1400" b="1" dirty="0" err="1"/>
              <a:t>GridSearchCV</a:t>
            </a:r>
            <a:r>
              <a:rPr lang="en-US" sz="1400" dirty="0"/>
              <a:t> Evaluates all combinations of hyperparameters to find the best-performing configuration</a:t>
            </a:r>
            <a:endParaRPr lang="en-US" sz="1300" dirty="0"/>
          </a:p>
          <a:p>
            <a:pPr lvl="0"/>
            <a:r>
              <a:rPr lang="en-US" sz="1600" dirty="0"/>
              <a:t>Analyze hyperparameter tuned </a:t>
            </a:r>
            <a:r>
              <a:rPr lang="en-US" sz="1600" b="1" dirty="0"/>
              <a:t>NN Model </a:t>
            </a:r>
            <a:r>
              <a:rPr lang="en-US" sz="1600" dirty="0"/>
              <a:t>performance.</a:t>
            </a:r>
          </a:p>
          <a:p>
            <a:endParaRPr lang="en-US" sz="1100" b="1" dirty="0"/>
          </a:p>
          <a:p>
            <a:pPr marL="133350" indent="0">
              <a:buNone/>
            </a:pPr>
            <a:r>
              <a:rPr lang="en-US" b="1" dirty="0"/>
              <a:t>6. Model Performance Summary</a:t>
            </a:r>
            <a:endParaRPr lang="en-US" dirty="0"/>
          </a:p>
          <a:p>
            <a:pPr lvl="0"/>
            <a:r>
              <a:rPr lang="en-US" sz="1600" dirty="0"/>
              <a:t>Compare NN, parameter and hyperparameter tuned Model results</a:t>
            </a:r>
          </a:p>
          <a:p>
            <a:pPr lvl="0"/>
            <a:endParaRPr lang="en-US" sz="1100" dirty="0"/>
          </a:p>
          <a:p>
            <a:pPr marL="133350" indent="0">
              <a:buNone/>
            </a:pPr>
            <a:r>
              <a:rPr lang="en-US" b="1" dirty="0"/>
              <a:t>7. Conclusions and Recommendations</a:t>
            </a:r>
            <a:endParaRPr lang="en-US" dirty="0"/>
          </a:p>
          <a:p>
            <a:pPr lvl="0"/>
            <a:r>
              <a:rPr lang="en-US" sz="1600" dirty="0"/>
              <a:t>Final observations, insights and recommendations</a:t>
            </a:r>
          </a:p>
          <a:p>
            <a:pPr marL="133350" indent="0">
              <a:buNone/>
            </a:pPr>
            <a:endParaRPr lang="en-US" dirty="0"/>
          </a:p>
        </p:txBody>
      </p:sp>
      <p:sp>
        <p:nvSpPr>
          <p:cNvPr id="4" name="Slide Number Placeholder 3">
            <a:extLst>
              <a:ext uri="{FF2B5EF4-FFF2-40B4-BE49-F238E27FC236}">
                <a16:creationId xmlns:a16="http://schemas.microsoft.com/office/drawing/2014/main" id="{D4870981-BF32-22A2-045C-988017529D15}"/>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 smtClean="0"/>
              <a:t>10</a:t>
            </a:fld>
            <a:endParaRPr lang="en"/>
          </a:p>
        </p:txBody>
      </p:sp>
    </p:spTree>
    <p:extLst>
      <p:ext uri="{BB962C8B-B14F-4D97-AF65-F5344CB8AC3E}">
        <p14:creationId xmlns:p14="http://schemas.microsoft.com/office/powerpoint/2010/main" val="26064840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A037BA-0C0B-D6EF-DEB7-071B819312DB}"/>
              </a:ext>
            </a:extLst>
          </p:cNvPr>
          <p:cNvSpPr>
            <a:spLocks noGrp="1"/>
          </p:cNvSpPr>
          <p:nvPr>
            <p:ph type="title"/>
          </p:nvPr>
        </p:nvSpPr>
        <p:spPr>
          <a:xfrm>
            <a:off x="202964" y="63286"/>
            <a:ext cx="8520600" cy="572700"/>
          </a:xfrm>
        </p:spPr>
        <p:txBody>
          <a:bodyPr/>
          <a:lstStyle/>
          <a:p>
            <a:r>
              <a:rPr lang="en-US" dirty="0">
                <a:solidFill>
                  <a:schemeClr val="lt2"/>
                </a:solidFill>
                <a:latin typeface="Century Gothic"/>
                <a:ea typeface="Century Gothic"/>
                <a:cs typeface="Century Gothic"/>
                <a:sym typeface="Century Gothic"/>
              </a:rPr>
              <a:t>Expected Outcomes</a:t>
            </a:r>
            <a:endParaRPr lang="en-US" dirty="0"/>
          </a:p>
        </p:txBody>
      </p:sp>
      <p:sp>
        <p:nvSpPr>
          <p:cNvPr id="3" name="Text Placeholder 2">
            <a:extLst>
              <a:ext uri="{FF2B5EF4-FFF2-40B4-BE49-F238E27FC236}">
                <a16:creationId xmlns:a16="http://schemas.microsoft.com/office/drawing/2014/main" id="{6612A709-F407-4469-B44F-89D09010BA6B}"/>
              </a:ext>
            </a:extLst>
          </p:cNvPr>
          <p:cNvSpPr>
            <a:spLocks noGrp="1"/>
          </p:cNvSpPr>
          <p:nvPr>
            <p:ph type="body" idx="1"/>
          </p:nvPr>
        </p:nvSpPr>
        <p:spPr>
          <a:xfrm>
            <a:off x="148364" y="1322561"/>
            <a:ext cx="8629800" cy="1989598"/>
          </a:xfrm>
        </p:spPr>
        <p:txBody>
          <a:bodyPr/>
          <a:lstStyle/>
          <a:p>
            <a:pPr lvl="0"/>
            <a:r>
              <a:rPr lang="en-US" b="1" dirty="0"/>
              <a:t>Improved revenue</a:t>
            </a:r>
            <a:r>
              <a:rPr lang="en-US" dirty="0"/>
              <a:t>: Better inventory management and optimized cancellation policies</a:t>
            </a:r>
          </a:p>
          <a:p>
            <a:pPr marL="133350" lvl="0" indent="0">
              <a:buNone/>
            </a:pPr>
            <a:endParaRPr lang="en-US" sz="400" dirty="0"/>
          </a:p>
          <a:p>
            <a:pPr lvl="0"/>
            <a:r>
              <a:rPr lang="en-US" b="1" dirty="0"/>
              <a:t>Reduced operational costs</a:t>
            </a:r>
            <a:r>
              <a:rPr lang="en-US" dirty="0"/>
              <a:t>: More efficient resource allocation</a:t>
            </a:r>
          </a:p>
          <a:p>
            <a:pPr marL="133350" lvl="0" indent="0">
              <a:buNone/>
            </a:pPr>
            <a:endParaRPr lang="en-US" sz="400" dirty="0"/>
          </a:p>
          <a:p>
            <a:pPr lvl="0"/>
            <a:r>
              <a:rPr lang="en-US" b="1" dirty="0"/>
              <a:t>Enhanced customer experience</a:t>
            </a:r>
            <a:r>
              <a:rPr lang="en-US" dirty="0"/>
              <a:t>: Customized policies for different risk segments</a:t>
            </a:r>
          </a:p>
          <a:p>
            <a:pPr marL="133350" lvl="0" indent="0">
              <a:buNone/>
            </a:pPr>
            <a:endParaRPr lang="en-US" sz="400" dirty="0"/>
          </a:p>
          <a:p>
            <a:pPr lvl="0"/>
            <a:r>
              <a:rPr lang="en-US" b="1" dirty="0"/>
              <a:t>Data-driven decision making</a:t>
            </a:r>
            <a:r>
              <a:rPr lang="en-US" dirty="0"/>
              <a:t>: Actionable insights for strategic planning</a:t>
            </a:r>
          </a:p>
          <a:p>
            <a:pPr marL="133350" lvl="0" indent="0">
              <a:buNone/>
            </a:pPr>
            <a:endParaRPr lang="en-US" sz="400" dirty="0"/>
          </a:p>
          <a:p>
            <a:r>
              <a:rPr lang="en-US" b="1" dirty="0"/>
              <a:t>Additional revenue streams: </a:t>
            </a:r>
            <a:r>
              <a:rPr lang="en-US" dirty="0"/>
              <a:t>Suggest new programs and strategies to capture untapped revenue streams</a:t>
            </a:r>
          </a:p>
        </p:txBody>
      </p:sp>
      <p:sp>
        <p:nvSpPr>
          <p:cNvPr id="4" name="Slide Number Placeholder 3">
            <a:extLst>
              <a:ext uri="{FF2B5EF4-FFF2-40B4-BE49-F238E27FC236}">
                <a16:creationId xmlns:a16="http://schemas.microsoft.com/office/drawing/2014/main" id="{57847B8F-A3E5-FA4D-B837-D46A815D8ED5}"/>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 smtClean="0"/>
              <a:t>11</a:t>
            </a:fld>
            <a:endParaRPr lang="en"/>
          </a:p>
        </p:txBody>
      </p:sp>
    </p:spTree>
    <p:extLst>
      <p:ext uri="{BB962C8B-B14F-4D97-AF65-F5344CB8AC3E}">
        <p14:creationId xmlns:p14="http://schemas.microsoft.com/office/powerpoint/2010/main" val="91387869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87"/>
        <p:cNvGrpSpPr/>
        <p:nvPr/>
      </p:nvGrpSpPr>
      <p:grpSpPr>
        <a:xfrm>
          <a:off x="0" y="0"/>
          <a:ext cx="0" cy="0"/>
          <a:chOff x="0" y="0"/>
          <a:chExt cx="0" cy="0"/>
        </a:xfrm>
      </p:grpSpPr>
      <p:sp>
        <p:nvSpPr>
          <p:cNvPr id="188" name="Google Shape;188;p40"/>
          <p:cNvSpPr txBox="1"/>
          <p:nvPr/>
        </p:nvSpPr>
        <p:spPr>
          <a:xfrm>
            <a:off x="468977" y="92417"/>
            <a:ext cx="8520600" cy="5727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2200"/>
              <a:buFont typeface="Arial"/>
              <a:buNone/>
            </a:pPr>
            <a:r>
              <a:rPr lang="en-US" sz="2200" b="1" i="0" u="none" strike="noStrike" cap="none" dirty="0">
                <a:solidFill>
                  <a:schemeClr val="lt2"/>
                </a:solidFill>
                <a:latin typeface="Century Gothic"/>
                <a:ea typeface="Century Gothic"/>
                <a:cs typeface="Century Gothic"/>
                <a:sym typeface="Century Gothic"/>
              </a:rPr>
              <a:t>Initial Exploratory Data Analysis (EDA)</a:t>
            </a:r>
            <a:endParaRPr sz="2200" b="1" i="0" u="none" strike="noStrike" cap="none" dirty="0">
              <a:solidFill>
                <a:schemeClr val="lt2"/>
              </a:solidFill>
              <a:latin typeface="Century Gothic"/>
              <a:ea typeface="Century Gothic"/>
              <a:cs typeface="Century Gothic"/>
              <a:sym typeface="Century Gothic"/>
            </a:endParaRPr>
          </a:p>
        </p:txBody>
      </p:sp>
      <p:sp>
        <p:nvSpPr>
          <p:cNvPr id="190" name="Google Shape;190;p40"/>
          <p:cNvSpPr txBox="1">
            <a:spLocks noGrp="1"/>
          </p:cNvSpPr>
          <p:nvPr>
            <p:ph type="body" idx="1"/>
          </p:nvPr>
        </p:nvSpPr>
        <p:spPr>
          <a:xfrm>
            <a:off x="339152" y="2860770"/>
            <a:ext cx="8629800" cy="2190313"/>
          </a:xfrm>
          <a:prstGeom prst="rect">
            <a:avLst/>
          </a:prstGeom>
          <a:noFill/>
          <a:ln>
            <a:noFill/>
          </a:ln>
        </p:spPr>
        <p:txBody>
          <a:bodyPr spcFirstLastPara="1" wrap="square" lIns="91425" tIns="91425" rIns="91425" bIns="91425" anchor="t" anchorCtr="0">
            <a:spAutoFit/>
          </a:bodyPr>
          <a:lstStyle/>
          <a:p>
            <a:pPr marL="0" indent="0" algn="just">
              <a:spcBef>
                <a:spcPts val="1000"/>
              </a:spcBef>
              <a:buClr>
                <a:schemeClr val="dk1"/>
              </a:buClr>
              <a:buSzPts val="1400"/>
              <a:buNone/>
            </a:pPr>
            <a:r>
              <a:rPr lang="en-US" sz="1400" dirty="0"/>
              <a:t>Summary statistics for features including count, mean, standard deviation, and distribution percentiles.</a:t>
            </a:r>
            <a:endParaRPr lang="en-US" sz="1400" dirty="0">
              <a:solidFill>
                <a:schemeClr val="dk1"/>
              </a:solidFill>
              <a:latin typeface="Century Gothic"/>
              <a:ea typeface="Century Gothic"/>
              <a:cs typeface="Century Gothic"/>
              <a:sym typeface="Century Gothic"/>
            </a:endParaRPr>
          </a:p>
          <a:p>
            <a:pPr marL="139700" lvl="0" indent="0" algn="just">
              <a:spcBef>
                <a:spcPts val="600"/>
              </a:spcBef>
              <a:buClr>
                <a:schemeClr val="dk1"/>
              </a:buClr>
              <a:buSzPts val="1400"/>
              <a:buNone/>
            </a:pPr>
            <a:r>
              <a:rPr lang="en-US" sz="1100" b="1" dirty="0">
                <a:solidFill>
                  <a:schemeClr val="dk1"/>
                </a:solidFill>
                <a:latin typeface="Century Gothic"/>
                <a:ea typeface="Century Gothic"/>
                <a:cs typeface="Century Gothic"/>
                <a:sym typeface="Century Gothic"/>
              </a:rPr>
              <a:t>Missing values </a:t>
            </a:r>
            <a:r>
              <a:rPr lang="en-US" sz="1100" dirty="0">
                <a:solidFill>
                  <a:schemeClr val="dk1"/>
                </a:solidFill>
                <a:latin typeface="Century Gothic"/>
                <a:ea typeface="Century Gothic"/>
                <a:cs typeface="Century Gothic"/>
                <a:sym typeface="Century Gothic"/>
              </a:rPr>
              <a:t>— There are a lot of missing values (</a:t>
            </a:r>
            <a:r>
              <a:rPr lang="en-US" sz="1100" b="1" dirty="0">
                <a:solidFill>
                  <a:schemeClr val="dk1"/>
                </a:solidFill>
                <a:latin typeface="Century Gothic"/>
                <a:ea typeface="Century Gothic"/>
                <a:cs typeface="Century Gothic"/>
                <a:sym typeface="Century Gothic"/>
              </a:rPr>
              <a:t>DEBTINC</a:t>
            </a:r>
            <a:r>
              <a:rPr lang="en-US" sz="1100" dirty="0">
                <a:solidFill>
                  <a:schemeClr val="dk1"/>
                </a:solidFill>
                <a:latin typeface="Century Gothic"/>
                <a:ea typeface="Century Gothic"/>
                <a:cs typeface="Century Gothic"/>
                <a:sym typeface="Century Gothic"/>
              </a:rPr>
              <a:t> has 4,693 vs 5,960 total records); imputation needed</a:t>
            </a:r>
          </a:p>
          <a:p>
            <a:pPr marL="139700" lvl="0" indent="0" algn="just">
              <a:spcBef>
                <a:spcPts val="600"/>
              </a:spcBef>
              <a:buClr>
                <a:schemeClr val="dk1"/>
              </a:buClr>
              <a:buSzPts val="1400"/>
              <a:buNone/>
            </a:pPr>
            <a:r>
              <a:rPr lang="en-US" sz="1100" b="1" dirty="0">
                <a:solidFill>
                  <a:schemeClr val="dk1"/>
                </a:solidFill>
                <a:latin typeface="Century Gothic"/>
                <a:ea typeface="Century Gothic"/>
                <a:cs typeface="Century Gothic"/>
                <a:sym typeface="Century Gothic"/>
              </a:rPr>
              <a:t>High variance</a:t>
            </a:r>
            <a:r>
              <a:rPr lang="en-US" sz="1100" dirty="0">
                <a:solidFill>
                  <a:schemeClr val="dk1"/>
                </a:solidFill>
                <a:latin typeface="Century Gothic"/>
                <a:ea typeface="Century Gothic"/>
                <a:cs typeface="Century Gothic"/>
                <a:sym typeface="Century Gothic"/>
              </a:rPr>
              <a:t> — </a:t>
            </a:r>
            <a:r>
              <a:rPr lang="en-US" sz="1100" b="1" dirty="0">
                <a:solidFill>
                  <a:schemeClr val="dk1"/>
                </a:solidFill>
                <a:latin typeface="Century Gothic"/>
                <a:ea typeface="Century Gothic"/>
                <a:cs typeface="Century Gothic"/>
                <a:sym typeface="Century Gothic"/>
              </a:rPr>
              <a:t>VALUE</a:t>
            </a:r>
            <a:r>
              <a:rPr lang="en-US" sz="1100" dirty="0">
                <a:solidFill>
                  <a:schemeClr val="dk1"/>
                </a:solidFill>
                <a:latin typeface="Century Gothic"/>
                <a:ea typeface="Century Gothic"/>
                <a:cs typeface="Century Gothic"/>
                <a:sym typeface="Century Gothic"/>
              </a:rPr>
              <a:t> and </a:t>
            </a:r>
            <a:r>
              <a:rPr lang="en-US" sz="1100" b="1" dirty="0">
                <a:solidFill>
                  <a:schemeClr val="dk1"/>
                </a:solidFill>
                <a:latin typeface="Century Gothic"/>
                <a:ea typeface="Century Gothic"/>
                <a:cs typeface="Century Gothic"/>
                <a:sym typeface="Century Gothic"/>
              </a:rPr>
              <a:t>MORTDUE</a:t>
            </a:r>
            <a:r>
              <a:rPr lang="en-US" sz="1100" dirty="0">
                <a:solidFill>
                  <a:schemeClr val="dk1"/>
                </a:solidFill>
                <a:latin typeface="Century Gothic"/>
                <a:ea typeface="Century Gothic"/>
                <a:cs typeface="Century Gothic"/>
                <a:sym typeface="Century Gothic"/>
              </a:rPr>
              <a:t> have large standard deviations (</a:t>
            </a:r>
            <a:r>
              <a:rPr lang="en-US" sz="1100" b="1" dirty="0">
                <a:solidFill>
                  <a:schemeClr val="dk1"/>
                </a:solidFill>
                <a:latin typeface="Century Gothic"/>
                <a:ea typeface="Century Gothic"/>
                <a:cs typeface="Century Gothic"/>
                <a:sym typeface="Century Gothic"/>
              </a:rPr>
              <a:t>STD</a:t>
            </a:r>
            <a:r>
              <a:rPr lang="en-US" sz="1100" dirty="0">
                <a:solidFill>
                  <a:schemeClr val="dk1"/>
                </a:solidFill>
                <a:latin typeface="Century Gothic"/>
                <a:ea typeface="Century Gothic"/>
                <a:cs typeface="Century Gothic"/>
                <a:sym typeface="Century Gothic"/>
              </a:rPr>
              <a:t>)relative to means</a:t>
            </a:r>
          </a:p>
          <a:p>
            <a:pPr marL="139700" lvl="0" indent="0" algn="just">
              <a:spcBef>
                <a:spcPts val="600"/>
              </a:spcBef>
              <a:buClr>
                <a:schemeClr val="dk1"/>
              </a:buClr>
              <a:buSzPts val="1400"/>
              <a:buNone/>
            </a:pPr>
            <a:r>
              <a:rPr lang="en-US" sz="1100" b="1" dirty="0">
                <a:solidFill>
                  <a:schemeClr val="dk1"/>
                </a:solidFill>
                <a:latin typeface="Century Gothic"/>
                <a:ea typeface="Century Gothic"/>
                <a:cs typeface="Century Gothic"/>
                <a:sym typeface="Century Gothic"/>
              </a:rPr>
              <a:t>Potential outliers</a:t>
            </a:r>
            <a:r>
              <a:rPr lang="en-US" sz="1100" dirty="0">
                <a:solidFill>
                  <a:schemeClr val="dk1"/>
                </a:solidFill>
                <a:latin typeface="Century Gothic"/>
                <a:ea typeface="Century Gothic"/>
                <a:cs typeface="Century Gothic"/>
                <a:sym typeface="Century Gothic"/>
              </a:rPr>
              <a:t> — </a:t>
            </a:r>
            <a:r>
              <a:rPr lang="en-US" sz="1100" b="1" dirty="0">
                <a:solidFill>
                  <a:schemeClr val="dk1"/>
                </a:solidFill>
                <a:latin typeface="Century Gothic"/>
                <a:ea typeface="Century Gothic"/>
                <a:cs typeface="Century Gothic"/>
                <a:sym typeface="Century Gothic"/>
              </a:rPr>
              <a:t>CLAGE</a:t>
            </a:r>
            <a:r>
              <a:rPr lang="en-US" sz="1100" dirty="0">
                <a:solidFill>
                  <a:schemeClr val="dk1"/>
                </a:solidFill>
                <a:latin typeface="Century Gothic"/>
                <a:ea typeface="Century Gothic"/>
                <a:cs typeface="Century Gothic"/>
                <a:sym typeface="Century Gothic"/>
              </a:rPr>
              <a:t> max of 1,168 months (~97 years), </a:t>
            </a:r>
            <a:r>
              <a:rPr lang="en-US" sz="1100" b="1" dirty="0">
                <a:solidFill>
                  <a:schemeClr val="dk1"/>
                </a:solidFill>
                <a:latin typeface="Century Gothic"/>
                <a:ea typeface="Century Gothic"/>
                <a:cs typeface="Century Gothic"/>
                <a:sym typeface="Century Gothic"/>
              </a:rPr>
              <a:t>DEBTINC</a:t>
            </a:r>
            <a:r>
              <a:rPr lang="en-US" sz="1100" dirty="0">
                <a:solidFill>
                  <a:schemeClr val="dk1"/>
                </a:solidFill>
                <a:latin typeface="Century Gothic"/>
                <a:ea typeface="Century Gothic"/>
                <a:cs typeface="Century Gothic"/>
                <a:sym typeface="Century Gothic"/>
              </a:rPr>
              <a:t> max of 203% seem extreme</a:t>
            </a:r>
          </a:p>
          <a:p>
            <a:pPr marL="139700" lvl="0" indent="0" algn="just">
              <a:spcBef>
                <a:spcPts val="600"/>
              </a:spcBef>
              <a:buClr>
                <a:schemeClr val="dk1"/>
              </a:buClr>
              <a:buSzPts val="1400"/>
              <a:buNone/>
            </a:pPr>
            <a:r>
              <a:rPr lang="en-US" sz="1100" b="1" dirty="0">
                <a:solidFill>
                  <a:schemeClr val="dk1"/>
                </a:solidFill>
                <a:latin typeface="Century Gothic"/>
                <a:ea typeface="Century Gothic"/>
                <a:cs typeface="Century Gothic"/>
                <a:sym typeface="Century Gothic"/>
              </a:rPr>
              <a:t>Skewed distributions</a:t>
            </a:r>
            <a:r>
              <a:rPr lang="en-US" sz="1100" dirty="0">
                <a:solidFill>
                  <a:schemeClr val="dk1"/>
                </a:solidFill>
                <a:latin typeface="Century Gothic"/>
                <a:ea typeface="Century Gothic"/>
                <a:cs typeface="Century Gothic"/>
                <a:sym typeface="Century Gothic"/>
              </a:rPr>
              <a:t> — Several features show large gaps between 75% and max (</a:t>
            </a:r>
            <a:r>
              <a:rPr lang="en-US" sz="1100" b="1" dirty="0">
                <a:solidFill>
                  <a:schemeClr val="dk1"/>
                </a:solidFill>
                <a:latin typeface="Century Gothic"/>
                <a:ea typeface="Century Gothic"/>
                <a:cs typeface="Century Gothic"/>
                <a:sym typeface="Century Gothic"/>
              </a:rPr>
              <a:t>LOAN, VALUE, MORTDUE</a:t>
            </a:r>
            <a:r>
              <a:rPr lang="en-US" sz="1100" dirty="0">
                <a:solidFill>
                  <a:schemeClr val="dk1"/>
                </a:solidFill>
                <a:latin typeface="Century Gothic"/>
                <a:ea typeface="Century Gothic"/>
                <a:cs typeface="Century Gothic"/>
                <a:sym typeface="Century Gothic"/>
              </a:rPr>
              <a:t>)</a:t>
            </a:r>
          </a:p>
          <a:p>
            <a:pPr marL="139700" lvl="0" indent="0" algn="just">
              <a:spcBef>
                <a:spcPts val="600"/>
              </a:spcBef>
              <a:buClr>
                <a:schemeClr val="dk1"/>
              </a:buClr>
              <a:buSzPts val="1400"/>
              <a:buNone/>
            </a:pPr>
            <a:r>
              <a:rPr lang="en-US" sz="1100" b="1" dirty="0">
                <a:solidFill>
                  <a:schemeClr val="dk1"/>
                </a:solidFill>
                <a:latin typeface="Century Gothic"/>
                <a:ea typeface="Century Gothic"/>
                <a:cs typeface="Century Gothic"/>
                <a:sym typeface="Century Gothic"/>
              </a:rPr>
              <a:t>Categorical features </a:t>
            </a:r>
            <a:r>
              <a:rPr lang="en-US" sz="1100" dirty="0">
                <a:solidFill>
                  <a:schemeClr val="dk1"/>
                </a:solidFill>
                <a:latin typeface="Century Gothic"/>
                <a:ea typeface="Century Gothic"/>
                <a:cs typeface="Century Gothic"/>
                <a:sym typeface="Century Gothic"/>
              </a:rPr>
              <a:t>— </a:t>
            </a:r>
            <a:r>
              <a:rPr lang="en-US" sz="1100" b="1" dirty="0">
                <a:solidFill>
                  <a:schemeClr val="dk1"/>
                </a:solidFill>
                <a:latin typeface="Century Gothic"/>
                <a:ea typeface="Century Gothic"/>
                <a:cs typeface="Century Gothic"/>
                <a:sym typeface="Century Gothic"/>
              </a:rPr>
              <a:t>REASON</a:t>
            </a:r>
            <a:r>
              <a:rPr lang="en-US" sz="1100" dirty="0">
                <a:solidFill>
                  <a:schemeClr val="dk1"/>
                </a:solidFill>
                <a:latin typeface="Century Gothic"/>
                <a:ea typeface="Century Gothic"/>
                <a:cs typeface="Century Gothic"/>
                <a:sym typeface="Century Gothic"/>
              </a:rPr>
              <a:t> and </a:t>
            </a:r>
            <a:r>
              <a:rPr lang="en-US" sz="1100" b="1" dirty="0">
                <a:solidFill>
                  <a:schemeClr val="dk1"/>
                </a:solidFill>
                <a:latin typeface="Century Gothic"/>
                <a:ea typeface="Century Gothic"/>
                <a:cs typeface="Century Gothic"/>
                <a:sym typeface="Century Gothic"/>
              </a:rPr>
              <a:t>JOB</a:t>
            </a:r>
            <a:r>
              <a:rPr lang="en-US" sz="1100" dirty="0">
                <a:solidFill>
                  <a:schemeClr val="dk1"/>
                </a:solidFill>
                <a:latin typeface="Century Gothic"/>
                <a:ea typeface="Century Gothic"/>
                <a:cs typeface="Century Gothic"/>
                <a:sym typeface="Century Gothic"/>
              </a:rPr>
              <a:t> will need encoding</a:t>
            </a:r>
          </a:p>
          <a:p>
            <a:pPr marL="139700" lvl="0" indent="0" algn="just">
              <a:spcBef>
                <a:spcPts val="600"/>
              </a:spcBef>
              <a:buClr>
                <a:schemeClr val="dk1"/>
              </a:buClr>
              <a:buSzPts val="1400"/>
              <a:buNone/>
            </a:pPr>
            <a:r>
              <a:rPr lang="en-US" sz="1100" b="1" dirty="0">
                <a:solidFill>
                  <a:schemeClr val="dk1"/>
                </a:solidFill>
                <a:latin typeface="Century Gothic"/>
                <a:ea typeface="Century Gothic"/>
                <a:cs typeface="Century Gothic"/>
                <a:sym typeface="Century Gothic"/>
              </a:rPr>
              <a:t>DEBTINC most incomplete</a:t>
            </a:r>
            <a:r>
              <a:rPr lang="en-US" sz="1100" dirty="0">
                <a:solidFill>
                  <a:schemeClr val="dk1"/>
                </a:solidFill>
                <a:latin typeface="Century Gothic"/>
                <a:ea typeface="Century Gothic"/>
                <a:cs typeface="Century Gothic"/>
                <a:sym typeface="Century Gothic"/>
              </a:rPr>
              <a:t> — Only 4,693 records; key feature for loan risk so imputation strategy matters</a:t>
            </a:r>
            <a:endParaRPr sz="1100" dirty="0">
              <a:solidFill>
                <a:schemeClr val="dk1"/>
              </a:solidFill>
              <a:latin typeface="Century Gothic"/>
              <a:ea typeface="Century Gothic"/>
              <a:cs typeface="Century Gothic"/>
              <a:sym typeface="Century Gothic"/>
            </a:endParaRPr>
          </a:p>
        </p:txBody>
      </p:sp>
      <p:sp>
        <p:nvSpPr>
          <p:cNvPr id="2" name="Slide Number Placeholder 1">
            <a:extLst>
              <a:ext uri="{FF2B5EF4-FFF2-40B4-BE49-F238E27FC236}">
                <a16:creationId xmlns:a16="http://schemas.microsoft.com/office/drawing/2014/main" id="{36B2B995-4D16-DF6D-FD26-76560102C2F5}"/>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12</a:t>
            </a:fld>
            <a:endParaRPr lang="en-US"/>
          </a:p>
        </p:txBody>
      </p:sp>
      <p:pic>
        <p:nvPicPr>
          <p:cNvPr id="4" name="Picture 3" descr="A table with numbers and text&#10;&#10;AI-generated content may be incorrect.">
            <a:extLst>
              <a:ext uri="{FF2B5EF4-FFF2-40B4-BE49-F238E27FC236}">
                <a16:creationId xmlns:a16="http://schemas.microsoft.com/office/drawing/2014/main" id="{588FAFCB-0529-4A50-A39C-A8C94109A17F}"/>
              </a:ext>
            </a:extLst>
          </p:cNvPr>
          <p:cNvPicPr>
            <a:picLocks noChangeAspect="1"/>
          </p:cNvPicPr>
          <p:nvPr/>
        </p:nvPicPr>
        <p:blipFill>
          <a:blip r:embed="rId3"/>
          <a:stretch>
            <a:fillRect/>
          </a:stretch>
        </p:blipFill>
        <p:spPr>
          <a:xfrm>
            <a:off x="190263" y="555114"/>
            <a:ext cx="8520600" cy="2494298"/>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87">
          <a:extLst>
            <a:ext uri="{FF2B5EF4-FFF2-40B4-BE49-F238E27FC236}">
              <a16:creationId xmlns:a16="http://schemas.microsoft.com/office/drawing/2014/main" id="{FFAA6185-CFFE-36D7-ABB7-C43431A6271F}"/>
            </a:ext>
          </a:extLst>
        </p:cNvPr>
        <p:cNvGrpSpPr/>
        <p:nvPr/>
      </p:nvGrpSpPr>
      <p:grpSpPr>
        <a:xfrm>
          <a:off x="0" y="0"/>
          <a:ext cx="0" cy="0"/>
          <a:chOff x="0" y="0"/>
          <a:chExt cx="0" cy="0"/>
        </a:xfrm>
      </p:grpSpPr>
      <p:sp>
        <p:nvSpPr>
          <p:cNvPr id="188" name="Google Shape;188;p40">
            <a:extLst>
              <a:ext uri="{FF2B5EF4-FFF2-40B4-BE49-F238E27FC236}">
                <a16:creationId xmlns:a16="http://schemas.microsoft.com/office/drawing/2014/main" id="{AF62257D-ABC8-1356-072D-F743F0B6D2B6}"/>
              </a:ext>
            </a:extLst>
          </p:cNvPr>
          <p:cNvSpPr txBox="1"/>
          <p:nvPr/>
        </p:nvSpPr>
        <p:spPr>
          <a:xfrm>
            <a:off x="468977" y="92417"/>
            <a:ext cx="8520600" cy="5727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2200"/>
              <a:buFont typeface="Arial"/>
              <a:buNone/>
            </a:pPr>
            <a:r>
              <a:rPr lang="en-US" sz="2200" b="1" i="0" u="none" strike="noStrike" cap="none" dirty="0">
                <a:solidFill>
                  <a:schemeClr val="lt2"/>
                </a:solidFill>
                <a:latin typeface="Century Gothic"/>
                <a:ea typeface="Century Gothic"/>
                <a:cs typeface="Century Gothic"/>
                <a:sym typeface="Century Gothic"/>
              </a:rPr>
              <a:t>Initial Exploratory Data Analysis (EDA)</a:t>
            </a:r>
            <a:endParaRPr sz="2200" b="1" i="0" u="none" strike="noStrike" cap="none" dirty="0">
              <a:solidFill>
                <a:schemeClr val="lt2"/>
              </a:solidFill>
              <a:latin typeface="Century Gothic"/>
              <a:ea typeface="Century Gothic"/>
              <a:cs typeface="Century Gothic"/>
              <a:sym typeface="Century Gothic"/>
            </a:endParaRPr>
          </a:p>
        </p:txBody>
      </p:sp>
      <p:sp>
        <p:nvSpPr>
          <p:cNvPr id="190" name="Google Shape;190;p40">
            <a:extLst>
              <a:ext uri="{FF2B5EF4-FFF2-40B4-BE49-F238E27FC236}">
                <a16:creationId xmlns:a16="http://schemas.microsoft.com/office/drawing/2014/main" id="{AD904EFD-DFC2-DE6F-CA98-CF0217DA166C}"/>
              </a:ext>
            </a:extLst>
          </p:cNvPr>
          <p:cNvSpPr txBox="1">
            <a:spLocks noGrp="1"/>
          </p:cNvSpPr>
          <p:nvPr>
            <p:ph type="body" idx="1"/>
          </p:nvPr>
        </p:nvSpPr>
        <p:spPr>
          <a:xfrm>
            <a:off x="468977" y="3976062"/>
            <a:ext cx="8629800" cy="560636"/>
          </a:xfrm>
          <a:prstGeom prst="rect">
            <a:avLst/>
          </a:prstGeom>
          <a:noFill/>
          <a:ln>
            <a:noFill/>
          </a:ln>
        </p:spPr>
        <p:txBody>
          <a:bodyPr spcFirstLastPara="1" wrap="square" lIns="91425" tIns="91425" rIns="91425" bIns="91425" anchor="t" anchorCtr="0">
            <a:spAutoFit/>
          </a:bodyPr>
          <a:lstStyle/>
          <a:p>
            <a:pPr marL="0" indent="0" algn="just">
              <a:spcBef>
                <a:spcPts val="1000"/>
              </a:spcBef>
              <a:buClr>
                <a:schemeClr val="dk1"/>
              </a:buClr>
              <a:buSzPts val="1400"/>
              <a:buNone/>
            </a:pPr>
            <a:r>
              <a:rPr lang="en-US" sz="1400" dirty="0"/>
              <a:t>Analyze the raw data types and identify any that can be converted for better </a:t>
            </a:r>
            <a:r>
              <a:rPr lang="en-US" sz="1400" dirty="0" err="1"/>
              <a:t>cpu</a:t>
            </a:r>
            <a:r>
              <a:rPr lang="en-US" sz="1400" dirty="0"/>
              <a:t> performance.</a:t>
            </a:r>
            <a:endParaRPr lang="en-US" sz="1400" dirty="0">
              <a:solidFill>
                <a:schemeClr val="dk1"/>
              </a:solidFill>
              <a:latin typeface="Century Gothic"/>
              <a:ea typeface="Century Gothic"/>
              <a:cs typeface="Century Gothic"/>
              <a:sym typeface="Century Gothic"/>
            </a:endParaRPr>
          </a:p>
        </p:txBody>
      </p:sp>
      <p:sp>
        <p:nvSpPr>
          <p:cNvPr id="2" name="Slide Number Placeholder 1">
            <a:extLst>
              <a:ext uri="{FF2B5EF4-FFF2-40B4-BE49-F238E27FC236}">
                <a16:creationId xmlns:a16="http://schemas.microsoft.com/office/drawing/2014/main" id="{D829E952-8EBA-DB2F-EE98-873EA8988AA7}"/>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13</a:t>
            </a:fld>
            <a:endParaRPr lang="en-US"/>
          </a:p>
        </p:txBody>
      </p:sp>
      <p:pic>
        <p:nvPicPr>
          <p:cNvPr id="5" name="Picture 4" descr="A table with numbers and text&#10;&#10;AI-generated content may be incorrect.">
            <a:extLst>
              <a:ext uri="{FF2B5EF4-FFF2-40B4-BE49-F238E27FC236}">
                <a16:creationId xmlns:a16="http://schemas.microsoft.com/office/drawing/2014/main" id="{FB83C8DE-B349-DA82-1D59-7A79DB4F2874}"/>
              </a:ext>
            </a:extLst>
          </p:cNvPr>
          <p:cNvPicPr>
            <a:picLocks noChangeAspect="1"/>
          </p:cNvPicPr>
          <p:nvPr/>
        </p:nvPicPr>
        <p:blipFill>
          <a:blip r:embed="rId3"/>
          <a:stretch>
            <a:fillRect/>
          </a:stretch>
        </p:blipFill>
        <p:spPr>
          <a:xfrm>
            <a:off x="751474" y="887120"/>
            <a:ext cx="3343530" cy="2969508"/>
          </a:xfrm>
          <a:prstGeom prst="rect">
            <a:avLst/>
          </a:prstGeom>
        </p:spPr>
      </p:pic>
      <p:pic>
        <p:nvPicPr>
          <p:cNvPr id="7" name="Picture 6" descr="A screenshot of a computer&#10;&#10;AI-generated content may be incorrect.">
            <a:extLst>
              <a:ext uri="{FF2B5EF4-FFF2-40B4-BE49-F238E27FC236}">
                <a16:creationId xmlns:a16="http://schemas.microsoft.com/office/drawing/2014/main" id="{B9075E99-59ED-4761-5416-32E192751CDD}"/>
              </a:ext>
            </a:extLst>
          </p:cNvPr>
          <p:cNvPicPr>
            <a:picLocks noChangeAspect="1"/>
          </p:cNvPicPr>
          <p:nvPr/>
        </p:nvPicPr>
        <p:blipFill>
          <a:blip r:embed="rId4"/>
          <a:stretch>
            <a:fillRect/>
          </a:stretch>
        </p:blipFill>
        <p:spPr>
          <a:xfrm>
            <a:off x="4736153" y="887120"/>
            <a:ext cx="2493481" cy="2969508"/>
          </a:xfrm>
          <a:prstGeom prst="rect">
            <a:avLst/>
          </a:prstGeom>
        </p:spPr>
      </p:pic>
    </p:spTree>
    <p:extLst>
      <p:ext uri="{BB962C8B-B14F-4D97-AF65-F5344CB8AC3E}">
        <p14:creationId xmlns:p14="http://schemas.microsoft.com/office/powerpoint/2010/main" val="371092604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87">
          <a:extLst>
            <a:ext uri="{FF2B5EF4-FFF2-40B4-BE49-F238E27FC236}">
              <a16:creationId xmlns:a16="http://schemas.microsoft.com/office/drawing/2014/main" id="{583389CB-990A-39CD-7EEE-9856A2557449}"/>
            </a:ext>
          </a:extLst>
        </p:cNvPr>
        <p:cNvGrpSpPr/>
        <p:nvPr/>
      </p:nvGrpSpPr>
      <p:grpSpPr>
        <a:xfrm>
          <a:off x="0" y="0"/>
          <a:ext cx="0" cy="0"/>
          <a:chOff x="0" y="0"/>
          <a:chExt cx="0" cy="0"/>
        </a:xfrm>
      </p:grpSpPr>
      <p:sp>
        <p:nvSpPr>
          <p:cNvPr id="188" name="Google Shape;188;p40">
            <a:extLst>
              <a:ext uri="{FF2B5EF4-FFF2-40B4-BE49-F238E27FC236}">
                <a16:creationId xmlns:a16="http://schemas.microsoft.com/office/drawing/2014/main" id="{B8D127EB-5A1A-AC36-F0EF-AE8CD792FCAF}"/>
              </a:ext>
            </a:extLst>
          </p:cNvPr>
          <p:cNvSpPr txBox="1"/>
          <p:nvPr/>
        </p:nvSpPr>
        <p:spPr>
          <a:xfrm>
            <a:off x="468977" y="92417"/>
            <a:ext cx="8520600" cy="5727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2200"/>
              <a:buFont typeface="Arial"/>
              <a:buNone/>
            </a:pPr>
            <a:r>
              <a:rPr lang="en-US" sz="2200" b="1" i="0" u="none" strike="noStrike" cap="none" dirty="0">
                <a:solidFill>
                  <a:schemeClr val="lt2"/>
                </a:solidFill>
                <a:latin typeface="Century Gothic"/>
                <a:ea typeface="Century Gothic"/>
                <a:cs typeface="Century Gothic"/>
                <a:sym typeface="Century Gothic"/>
              </a:rPr>
              <a:t>Initial Exploratory Data Analysis (EDA)</a:t>
            </a:r>
            <a:endParaRPr sz="2200" b="1" i="0" u="none" strike="noStrike" cap="none" dirty="0">
              <a:solidFill>
                <a:schemeClr val="lt2"/>
              </a:solidFill>
              <a:latin typeface="Century Gothic"/>
              <a:ea typeface="Century Gothic"/>
              <a:cs typeface="Century Gothic"/>
              <a:sym typeface="Century Gothic"/>
            </a:endParaRPr>
          </a:p>
        </p:txBody>
      </p:sp>
      <p:sp>
        <p:nvSpPr>
          <p:cNvPr id="190" name="Google Shape;190;p40">
            <a:extLst>
              <a:ext uri="{FF2B5EF4-FFF2-40B4-BE49-F238E27FC236}">
                <a16:creationId xmlns:a16="http://schemas.microsoft.com/office/drawing/2014/main" id="{3AC34783-53F4-61D8-E516-1A82352E8004}"/>
              </a:ext>
            </a:extLst>
          </p:cNvPr>
          <p:cNvSpPr txBox="1">
            <a:spLocks noGrp="1"/>
          </p:cNvSpPr>
          <p:nvPr>
            <p:ph type="body" idx="1"/>
          </p:nvPr>
        </p:nvSpPr>
        <p:spPr>
          <a:xfrm>
            <a:off x="462953" y="2277682"/>
            <a:ext cx="8369346" cy="2055917"/>
          </a:xfrm>
          <a:prstGeom prst="rect">
            <a:avLst/>
          </a:prstGeom>
          <a:noFill/>
          <a:ln>
            <a:noFill/>
          </a:ln>
        </p:spPr>
        <p:txBody>
          <a:bodyPr spcFirstLastPara="1" wrap="square" lIns="91425" tIns="91425" rIns="91425" bIns="91425" anchor="t" anchorCtr="0">
            <a:spAutoFit/>
          </a:bodyPr>
          <a:lstStyle/>
          <a:p>
            <a:pPr marL="0" indent="0" algn="just">
              <a:spcBef>
                <a:spcPts val="1000"/>
              </a:spcBef>
              <a:buClr>
                <a:schemeClr val="dk1"/>
              </a:buClr>
              <a:buSzPts val="1400"/>
              <a:buNone/>
            </a:pPr>
            <a:r>
              <a:rPr lang="en-US" sz="1400" dirty="0"/>
              <a:t>Based on the initial observations of the number of missing feature values, it’s important to note the shape of the imported data set. The dataset has </a:t>
            </a:r>
            <a:r>
              <a:rPr lang="en-US" sz="1400" b="1" dirty="0"/>
              <a:t>5960</a:t>
            </a:r>
            <a:r>
              <a:rPr lang="en-US" sz="1400" dirty="0"/>
              <a:t> rows of data. It’s important to keep that fact in mind when examining missing values and exploring imputation techniques.</a:t>
            </a:r>
          </a:p>
          <a:p>
            <a:pPr marL="0" indent="0" algn="just">
              <a:spcBef>
                <a:spcPts val="1000"/>
              </a:spcBef>
              <a:buClr>
                <a:schemeClr val="dk1"/>
              </a:buClr>
              <a:buSzPts val="1400"/>
              <a:buNone/>
            </a:pPr>
            <a:r>
              <a:rPr lang="en-US" sz="1400" dirty="0">
                <a:solidFill>
                  <a:schemeClr val="dk1"/>
                </a:solidFill>
                <a:latin typeface="Nunito" pitchFamily="2" charset="0"/>
                <a:ea typeface="Century Gothic"/>
                <a:cs typeface="Century Gothic"/>
                <a:sym typeface="Century Gothic"/>
              </a:rPr>
              <a:t>The number of missing values calls into question the quality of the dataset and given the required number of imputations, how truly accurate the model performance, predictions and results will be.</a:t>
            </a:r>
          </a:p>
          <a:p>
            <a:pPr marL="0" indent="0" algn="just">
              <a:spcBef>
                <a:spcPts val="1000"/>
              </a:spcBef>
              <a:buClr>
                <a:schemeClr val="dk1"/>
              </a:buClr>
              <a:buSzPts val="1400"/>
              <a:buNone/>
            </a:pPr>
            <a:r>
              <a:rPr lang="en-US" sz="1400" dirty="0">
                <a:solidFill>
                  <a:schemeClr val="dk1"/>
                </a:solidFill>
                <a:latin typeface="Nunito" pitchFamily="2" charset="0"/>
                <a:ea typeface="Century Gothic"/>
                <a:cs typeface="Century Gothic"/>
                <a:sym typeface="Century Gothic"/>
              </a:rPr>
              <a:t>It’s important to truly understand the dataset, especially if it comes from an unknown source.</a:t>
            </a:r>
          </a:p>
        </p:txBody>
      </p:sp>
      <p:sp>
        <p:nvSpPr>
          <p:cNvPr id="2" name="Slide Number Placeholder 1">
            <a:extLst>
              <a:ext uri="{FF2B5EF4-FFF2-40B4-BE49-F238E27FC236}">
                <a16:creationId xmlns:a16="http://schemas.microsoft.com/office/drawing/2014/main" id="{69CE0E9C-E8F6-CCC8-3471-4974CBF7BAE4}"/>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14</a:t>
            </a:fld>
            <a:endParaRPr lang="en-US"/>
          </a:p>
        </p:txBody>
      </p:sp>
      <p:pic>
        <p:nvPicPr>
          <p:cNvPr id="4" name="Picture 3" descr="A blue and white rectangular box with black text&#10;&#10;AI-generated content may be incorrect.">
            <a:extLst>
              <a:ext uri="{FF2B5EF4-FFF2-40B4-BE49-F238E27FC236}">
                <a16:creationId xmlns:a16="http://schemas.microsoft.com/office/drawing/2014/main" id="{05E1F423-9C63-20BD-4788-EA4F29057E86}"/>
              </a:ext>
            </a:extLst>
          </p:cNvPr>
          <p:cNvPicPr>
            <a:picLocks noChangeAspect="1"/>
          </p:cNvPicPr>
          <p:nvPr/>
        </p:nvPicPr>
        <p:blipFill>
          <a:blip r:embed="rId3"/>
          <a:stretch>
            <a:fillRect/>
          </a:stretch>
        </p:blipFill>
        <p:spPr>
          <a:xfrm>
            <a:off x="2874616" y="890193"/>
            <a:ext cx="2762250" cy="1066800"/>
          </a:xfrm>
          <a:prstGeom prst="rect">
            <a:avLst/>
          </a:prstGeom>
        </p:spPr>
      </p:pic>
    </p:spTree>
    <p:extLst>
      <p:ext uri="{BB962C8B-B14F-4D97-AF65-F5344CB8AC3E}">
        <p14:creationId xmlns:p14="http://schemas.microsoft.com/office/powerpoint/2010/main" val="111736529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87">
          <a:extLst>
            <a:ext uri="{FF2B5EF4-FFF2-40B4-BE49-F238E27FC236}">
              <a16:creationId xmlns:a16="http://schemas.microsoft.com/office/drawing/2014/main" id="{4481D2B7-A349-3BC9-B217-6D58BFADE7C3}"/>
            </a:ext>
          </a:extLst>
        </p:cNvPr>
        <p:cNvGrpSpPr/>
        <p:nvPr/>
      </p:nvGrpSpPr>
      <p:grpSpPr>
        <a:xfrm>
          <a:off x="0" y="0"/>
          <a:ext cx="0" cy="0"/>
          <a:chOff x="0" y="0"/>
          <a:chExt cx="0" cy="0"/>
        </a:xfrm>
      </p:grpSpPr>
      <p:sp>
        <p:nvSpPr>
          <p:cNvPr id="188" name="Google Shape;188;p40">
            <a:extLst>
              <a:ext uri="{FF2B5EF4-FFF2-40B4-BE49-F238E27FC236}">
                <a16:creationId xmlns:a16="http://schemas.microsoft.com/office/drawing/2014/main" id="{FD54A228-2CBF-2798-D5F8-43587D0E16F0}"/>
              </a:ext>
            </a:extLst>
          </p:cNvPr>
          <p:cNvSpPr txBox="1"/>
          <p:nvPr/>
        </p:nvSpPr>
        <p:spPr>
          <a:xfrm>
            <a:off x="468977" y="92417"/>
            <a:ext cx="8520600" cy="5727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2200"/>
              <a:buFont typeface="Arial"/>
              <a:buNone/>
            </a:pPr>
            <a:r>
              <a:rPr lang="en-US" sz="2200" b="1" i="0" u="none" strike="noStrike" cap="none" dirty="0">
                <a:solidFill>
                  <a:schemeClr val="lt2"/>
                </a:solidFill>
                <a:latin typeface="Century Gothic"/>
                <a:ea typeface="Century Gothic"/>
                <a:cs typeface="Century Gothic"/>
                <a:sym typeface="Century Gothic"/>
              </a:rPr>
              <a:t>Initial Exploratory Data Analysis (EDA)</a:t>
            </a:r>
            <a:endParaRPr sz="2200" b="1" i="0" u="none" strike="noStrike" cap="none" dirty="0">
              <a:solidFill>
                <a:schemeClr val="lt2"/>
              </a:solidFill>
              <a:latin typeface="Century Gothic"/>
              <a:ea typeface="Century Gothic"/>
              <a:cs typeface="Century Gothic"/>
              <a:sym typeface="Century Gothic"/>
            </a:endParaRPr>
          </a:p>
        </p:txBody>
      </p:sp>
      <p:sp>
        <p:nvSpPr>
          <p:cNvPr id="190" name="Google Shape;190;p40">
            <a:extLst>
              <a:ext uri="{FF2B5EF4-FFF2-40B4-BE49-F238E27FC236}">
                <a16:creationId xmlns:a16="http://schemas.microsoft.com/office/drawing/2014/main" id="{C4ADD3FA-CB61-26D8-F424-9E0C478FBBA4}"/>
              </a:ext>
            </a:extLst>
          </p:cNvPr>
          <p:cNvSpPr txBox="1">
            <a:spLocks noGrp="1"/>
          </p:cNvSpPr>
          <p:nvPr>
            <p:ph type="body" idx="1"/>
          </p:nvPr>
        </p:nvSpPr>
        <p:spPr>
          <a:xfrm>
            <a:off x="620231" y="4090413"/>
            <a:ext cx="8369346" cy="560636"/>
          </a:xfrm>
          <a:prstGeom prst="rect">
            <a:avLst/>
          </a:prstGeom>
          <a:noFill/>
          <a:ln>
            <a:noFill/>
          </a:ln>
        </p:spPr>
        <p:txBody>
          <a:bodyPr spcFirstLastPara="1" wrap="square" lIns="91425" tIns="91425" rIns="91425" bIns="91425" anchor="t" anchorCtr="0">
            <a:spAutoFit/>
          </a:bodyPr>
          <a:lstStyle/>
          <a:p>
            <a:pPr marL="0" indent="0" algn="just">
              <a:spcBef>
                <a:spcPts val="1000"/>
              </a:spcBef>
              <a:buClr>
                <a:schemeClr val="dk1"/>
              </a:buClr>
              <a:buSzPts val="1400"/>
              <a:buNone/>
            </a:pPr>
            <a:r>
              <a:rPr lang="en-US" sz="1400" dirty="0">
                <a:solidFill>
                  <a:schemeClr val="dk1"/>
                </a:solidFill>
                <a:latin typeface="Nunito" pitchFamily="2" charset="0"/>
                <a:ea typeface="Century Gothic"/>
                <a:cs typeface="Century Gothic"/>
                <a:sym typeface="Century Gothic"/>
              </a:rPr>
              <a:t>A break down of the </a:t>
            </a:r>
            <a:r>
              <a:rPr lang="en-US" sz="1400" b="1" dirty="0">
                <a:solidFill>
                  <a:schemeClr val="dk1"/>
                </a:solidFill>
                <a:latin typeface="Nunito" pitchFamily="2" charset="0"/>
                <a:ea typeface="Century Gothic"/>
                <a:cs typeface="Century Gothic"/>
                <a:sym typeface="Century Gothic"/>
              </a:rPr>
              <a:t>Numeric</a:t>
            </a:r>
            <a:r>
              <a:rPr lang="en-US" sz="1400" dirty="0">
                <a:solidFill>
                  <a:schemeClr val="dk1"/>
                </a:solidFill>
                <a:latin typeface="Nunito" pitchFamily="2" charset="0"/>
                <a:ea typeface="Century Gothic"/>
                <a:cs typeface="Century Gothic"/>
                <a:sym typeface="Century Gothic"/>
              </a:rPr>
              <a:t> and </a:t>
            </a:r>
            <a:r>
              <a:rPr lang="en-US" sz="1400" b="1" dirty="0">
                <a:solidFill>
                  <a:schemeClr val="dk1"/>
                </a:solidFill>
                <a:latin typeface="Nunito" pitchFamily="2" charset="0"/>
                <a:ea typeface="Century Gothic"/>
                <a:cs typeface="Century Gothic"/>
                <a:sym typeface="Century Gothic"/>
              </a:rPr>
              <a:t>Categorical</a:t>
            </a:r>
            <a:r>
              <a:rPr lang="en-US" sz="1400" dirty="0">
                <a:solidFill>
                  <a:schemeClr val="dk1"/>
                </a:solidFill>
                <a:latin typeface="Nunito" pitchFamily="2" charset="0"/>
                <a:ea typeface="Century Gothic"/>
                <a:cs typeface="Century Gothic"/>
                <a:sym typeface="Century Gothic"/>
              </a:rPr>
              <a:t> feature missing data counts.</a:t>
            </a:r>
          </a:p>
        </p:txBody>
      </p:sp>
      <p:sp>
        <p:nvSpPr>
          <p:cNvPr id="2" name="Slide Number Placeholder 1">
            <a:extLst>
              <a:ext uri="{FF2B5EF4-FFF2-40B4-BE49-F238E27FC236}">
                <a16:creationId xmlns:a16="http://schemas.microsoft.com/office/drawing/2014/main" id="{5ACDAD94-9171-457D-2A1E-26279FDADFCB}"/>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15</a:t>
            </a:fld>
            <a:endParaRPr lang="en-US"/>
          </a:p>
        </p:txBody>
      </p:sp>
      <p:pic>
        <p:nvPicPr>
          <p:cNvPr id="5" name="Picture 4" descr="A screenshot of a graph&#10;&#10;AI-generated content may be incorrect.">
            <a:extLst>
              <a:ext uri="{FF2B5EF4-FFF2-40B4-BE49-F238E27FC236}">
                <a16:creationId xmlns:a16="http://schemas.microsoft.com/office/drawing/2014/main" id="{C88CA4D9-CC3E-8976-C55F-B4D568472AEE}"/>
              </a:ext>
            </a:extLst>
          </p:cNvPr>
          <p:cNvPicPr>
            <a:picLocks noChangeAspect="1"/>
          </p:cNvPicPr>
          <p:nvPr/>
        </p:nvPicPr>
        <p:blipFill>
          <a:blip r:embed="rId3"/>
          <a:stretch>
            <a:fillRect/>
          </a:stretch>
        </p:blipFill>
        <p:spPr>
          <a:xfrm>
            <a:off x="4854432" y="928042"/>
            <a:ext cx="3650178" cy="1219491"/>
          </a:xfrm>
          <a:prstGeom prst="rect">
            <a:avLst/>
          </a:prstGeom>
        </p:spPr>
      </p:pic>
      <p:pic>
        <p:nvPicPr>
          <p:cNvPr id="7" name="Picture 6" descr="A table with numbers and a missing number&#10;&#10;AI-generated content may be incorrect.">
            <a:extLst>
              <a:ext uri="{FF2B5EF4-FFF2-40B4-BE49-F238E27FC236}">
                <a16:creationId xmlns:a16="http://schemas.microsoft.com/office/drawing/2014/main" id="{28B74B05-DDE5-76D7-8B33-734623A8FDC2}"/>
              </a:ext>
            </a:extLst>
          </p:cNvPr>
          <p:cNvPicPr>
            <a:picLocks noChangeAspect="1"/>
          </p:cNvPicPr>
          <p:nvPr/>
        </p:nvPicPr>
        <p:blipFill>
          <a:blip r:embed="rId4"/>
          <a:stretch>
            <a:fillRect/>
          </a:stretch>
        </p:blipFill>
        <p:spPr>
          <a:xfrm>
            <a:off x="639392" y="879916"/>
            <a:ext cx="3650178" cy="3210497"/>
          </a:xfrm>
          <a:prstGeom prst="rect">
            <a:avLst/>
          </a:prstGeom>
        </p:spPr>
      </p:pic>
    </p:spTree>
    <p:extLst>
      <p:ext uri="{BB962C8B-B14F-4D97-AF65-F5344CB8AC3E}">
        <p14:creationId xmlns:p14="http://schemas.microsoft.com/office/powerpoint/2010/main" val="135927386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87">
          <a:extLst>
            <a:ext uri="{FF2B5EF4-FFF2-40B4-BE49-F238E27FC236}">
              <a16:creationId xmlns:a16="http://schemas.microsoft.com/office/drawing/2014/main" id="{FCD7EBC3-DA58-0071-7873-B06AE77449C7}"/>
            </a:ext>
          </a:extLst>
        </p:cNvPr>
        <p:cNvGrpSpPr/>
        <p:nvPr/>
      </p:nvGrpSpPr>
      <p:grpSpPr>
        <a:xfrm>
          <a:off x="0" y="0"/>
          <a:ext cx="0" cy="0"/>
          <a:chOff x="0" y="0"/>
          <a:chExt cx="0" cy="0"/>
        </a:xfrm>
      </p:grpSpPr>
      <p:sp>
        <p:nvSpPr>
          <p:cNvPr id="188" name="Google Shape;188;p40">
            <a:extLst>
              <a:ext uri="{FF2B5EF4-FFF2-40B4-BE49-F238E27FC236}">
                <a16:creationId xmlns:a16="http://schemas.microsoft.com/office/drawing/2014/main" id="{7EE449BB-55A7-83E9-7C93-764F49B87BBA}"/>
              </a:ext>
            </a:extLst>
          </p:cNvPr>
          <p:cNvSpPr txBox="1"/>
          <p:nvPr/>
        </p:nvSpPr>
        <p:spPr>
          <a:xfrm>
            <a:off x="468977" y="92417"/>
            <a:ext cx="8520600" cy="5727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2200"/>
              <a:buFont typeface="Arial"/>
              <a:buNone/>
            </a:pPr>
            <a:r>
              <a:rPr lang="en-US" sz="2200" b="1" i="0" u="none" strike="noStrike" cap="none" dirty="0">
                <a:solidFill>
                  <a:schemeClr val="lt2"/>
                </a:solidFill>
                <a:latin typeface="Century Gothic"/>
                <a:ea typeface="Century Gothic"/>
                <a:cs typeface="Century Gothic"/>
                <a:sym typeface="Century Gothic"/>
              </a:rPr>
              <a:t>Initial Exploratory Data Analysis (EDA)</a:t>
            </a:r>
            <a:endParaRPr sz="2200" b="1" i="0" u="none" strike="noStrike" cap="none" dirty="0">
              <a:solidFill>
                <a:schemeClr val="lt2"/>
              </a:solidFill>
              <a:latin typeface="Century Gothic"/>
              <a:ea typeface="Century Gothic"/>
              <a:cs typeface="Century Gothic"/>
              <a:sym typeface="Century Gothic"/>
            </a:endParaRPr>
          </a:p>
        </p:txBody>
      </p:sp>
      <p:sp>
        <p:nvSpPr>
          <p:cNvPr id="190" name="Google Shape;190;p40">
            <a:extLst>
              <a:ext uri="{FF2B5EF4-FFF2-40B4-BE49-F238E27FC236}">
                <a16:creationId xmlns:a16="http://schemas.microsoft.com/office/drawing/2014/main" id="{26B25A56-C340-CDB3-8689-22711DFCCC68}"/>
              </a:ext>
            </a:extLst>
          </p:cNvPr>
          <p:cNvSpPr txBox="1">
            <a:spLocks noGrp="1"/>
          </p:cNvSpPr>
          <p:nvPr>
            <p:ph type="body" idx="1"/>
          </p:nvPr>
        </p:nvSpPr>
        <p:spPr>
          <a:xfrm>
            <a:off x="337616" y="3916399"/>
            <a:ext cx="8783321" cy="1030508"/>
          </a:xfrm>
          <a:prstGeom prst="rect">
            <a:avLst/>
          </a:prstGeom>
          <a:noFill/>
          <a:ln>
            <a:noFill/>
          </a:ln>
        </p:spPr>
        <p:txBody>
          <a:bodyPr spcFirstLastPara="1" wrap="square" lIns="91425" tIns="91425" rIns="91425" bIns="91425" anchor="t" anchorCtr="0">
            <a:spAutoFit/>
          </a:bodyPr>
          <a:lstStyle/>
          <a:p>
            <a:pPr marL="0" indent="0" algn="just">
              <a:spcBef>
                <a:spcPts val="400"/>
              </a:spcBef>
              <a:buClr>
                <a:schemeClr val="dk1"/>
              </a:buClr>
              <a:buSzPts val="1400"/>
              <a:buNone/>
            </a:pPr>
            <a:r>
              <a:rPr lang="en-US" sz="1400" dirty="0"/>
              <a:t>Summary table of data completeness by showing how many rows have missing values.</a:t>
            </a:r>
          </a:p>
          <a:p>
            <a:pPr marL="0" indent="0" algn="just">
              <a:spcBef>
                <a:spcPts val="400"/>
              </a:spcBef>
              <a:buClr>
                <a:schemeClr val="dk1"/>
              </a:buClr>
              <a:buSzPts val="1400"/>
              <a:buNone/>
            </a:pPr>
            <a:r>
              <a:rPr lang="en-US" sz="1400" dirty="0">
                <a:solidFill>
                  <a:schemeClr val="dk1"/>
                </a:solidFill>
                <a:latin typeface="Nunito" pitchFamily="2" charset="0"/>
                <a:ea typeface="Century Gothic"/>
                <a:cs typeface="Century Gothic"/>
                <a:sym typeface="Century Gothic"/>
              </a:rPr>
              <a:t>A lot of rows of 1 or more missing feature values. Give a data set of </a:t>
            </a:r>
            <a:r>
              <a:rPr lang="en-US" sz="1400" b="1" dirty="0"/>
              <a:t>5960 </a:t>
            </a:r>
            <a:r>
              <a:rPr lang="en-US" sz="1400" dirty="0"/>
              <a:t>rows, only </a:t>
            </a:r>
            <a:r>
              <a:rPr lang="en-US" sz="1400" b="1" dirty="0"/>
              <a:t>3364</a:t>
            </a:r>
            <a:r>
              <a:rPr lang="en-US" sz="1400" dirty="0"/>
              <a:t> rows are feature complete. This once again calls into question the quality of the dataset.</a:t>
            </a:r>
            <a:endParaRPr lang="en-US" sz="1400" dirty="0">
              <a:solidFill>
                <a:schemeClr val="dk1"/>
              </a:solidFill>
              <a:latin typeface="Nunito" pitchFamily="2" charset="0"/>
              <a:ea typeface="Century Gothic"/>
              <a:cs typeface="Century Gothic"/>
              <a:sym typeface="Century Gothic"/>
            </a:endParaRPr>
          </a:p>
        </p:txBody>
      </p:sp>
      <p:sp>
        <p:nvSpPr>
          <p:cNvPr id="2" name="Slide Number Placeholder 1">
            <a:extLst>
              <a:ext uri="{FF2B5EF4-FFF2-40B4-BE49-F238E27FC236}">
                <a16:creationId xmlns:a16="http://schemas.microsoft.com/office/drawing/2014/main" id="{38BE8119-BAD0-2D05-B602-0AC6E3FD4BDD}"/>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16</a:t>
            </a:fld>
            <a:endParaRPr lang="en-US"/>
          </a:p>
        </p:txBody>
      </p:sp>
      <p:pic>
        <p:nvPicPr>
          <p:cNvPr id="4" name="Picture 3" descr="A table with numbers and a missing feature&#10;&#10;AI-generated content may be incorrect.">
            <a:extLst>
              <a:ext uri="{FF2B5EF4-FFF2-40B4-BE49-F238E27FC236}">
                <a16:creationId xmlns:a16="http://schemas.microsoft.com/office/drawing/2014/main" id="{E2BAC7F4-A094-A474-AD9A-FB721194EB2A}"/>
              </a:ext>
            </a:extLst>
          </p:cNvPr>
          <p:cNvPicPr>
            <a:picLocks noChangeAspect="1"/>
          </p:cNvPicPr>
          <p:nvPr/>
        </p:nvPicPr>
        <p:blipFill>
          <a:blip r:embed="rId3"/>
          <a:stretch>
            <a:fillRect/>
          </a:stretch>
        </p:blipFill>
        <p:spPr>
          <a:xfrm>
            <a:off x="2583244" y="706698"/>
            <a:ext cx="3212540" cy="3342133"/>
          </a:xfrm>
          <a:prstGeom prst="rect">
            <a:avLst/>
          </a:prstGeom>
        </p:spPr>
      </p:pic>
    </p:spTree>
    <p:extLst>
      <p:ext uri="{BB962C8B-B14F-4D97-AF65-F5344CB8AC3E}">
        <p14:creationId xmlns:p14="http://schemas.microsoft.com/office/powerpoint/2010/main" val="227360449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87">
          <a:extLst>
            <a:ext uri="{FF2B5EF4-FFF2-40B4-BE49-F238E27FC236}">
              <a16:creationId xmlns:a16="http://schemas.microsoft.com/office/drawing/2014/main" id="{AD8425B6-CFFB-7E1D-5080-1DE2356F916C}"/>
            </a:ext>
          </a:extLst>
        </p:cNvPr>
        <p:cNvGrpSpPr/>
        <p:nvPr/>
      </p:nvGrpSpPr>
      <p:grpSpPr>
        <a:xfrm>
          <a:off x="0" y="0"/>
          <a:ext cx="0" cy="0"/>
          <a:chOff x="0" y="0"/>
          <a:chExt cx="0" cy="0"/>
        </a:xfrm>
      </p:grpSpPr>
      <p:sp>
        <p:nvSpPr>
          <p:cNvPr id="188" name="Google Shape;188;p40">
            <a:extLst>
              <a:ext uri="{FF2B5EF4-FFF2-40B4-BE49-F238E27FC236}">
                <a16:creationId xmlns:a16="http://schemas.microsoft.com/office/drawing/2014/main" id="{39A4BBA8-D426-8A25-8080-45F9E2428B63}"/>
              </a:ext>
            </a:extLst>
          </p:cNvPr>
          <p:cNvSpPr txBox="1"/>
          <p:nvPr/>
        </p:nvSpPr>
        <p:spPr>
          <a:xfrm>
            <a:off x="468977" y="92417"/>
            <a:ext cx="8520600" cy="5727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2200"/>
              <a:buFont typeface="Arial"/>
              <a:buNone/>
            </a:pPr>
            <a:r>
              <a:rPr lang="en-US" sz="2200" b="1" i="0" u="none" strike="noStrike" cap="none" dirty="0">
                <a:solidFill>
                  <a:schemeClr val="lt2"/>
                </a:solidFill>
                <a:latin typeface="Century Gothic"/>
                <a:ea typeface="Century Gothic"/>
                <a:cs typeface="Century Gothic"/>
                <a:sym typeface="Century Gothic"/>
              </a:rPr>
              <a:t>Initial Exploratory Data Analysis (EDA)</a:t>
            </a:r>
            <a:endParaRPr sz="2200" b="1" i="0" u="none" strike="noStrike" cap="none" dirty="0">
              <a:solidFill>
                <a:schemeClr val="lt2"/>
              </a:solidFill>
              <a:latin typeface="Century Gothic"/>
              <a:ea typeface="Century Gothic"/>
              <a:cs typeface="Century Gothic"/>
              <a:sym typeface="Century Gothic"/>
            </a:endParaRPr>
          </a:p>
        </p:txBody>
      </p:sp>
      <p:sp>
        <p:nvSpPr>
          <p:cNvPr id="190" name="Google Shape;190;p40">
            <a:extLst>
              <a:ext uri="{FF2B5EF4-FFF2-40B4-BE49-F238E27FC236}">
                <a16:creationId xmlns:a16="http://schemas.microsoft.com/office/drawing/2014/main" id="{EABC3B1E-41FF-A70C-1FF3-E07E62BB6440}"/>
              </a:ext>
            </a:extLst>
          </p:cNvPr>
          <p:cNvSpPr txBox="1">
            <a:spLocks noGrp="1"/>
          </p:cNvSpPr>
          <p:nvPr>
            <p:ph type="body" idx="1"/>
          </p:nvPr>
        </p:nvSpPr>
        <p:spPr>
          <a:xfrm>
            <a:off x="1091076" y="4379495"/>
            <a:ext cx="8783321" cy="483692"/>
          </a:xfrm>
          <a:prstGeom prst="rect">
            <a:avLst/>
          </a:prstGeom>
          <a:noFill/>
          <a:ln>
            <a:noFill/>
          </a:ln>
        </p:spPr>
        <p:txBody>
          <a:bodyPr spcFirstLastPara="1" wrap="square" lIns="91425" tIns="91425" rIns="91425" bIns="91425" anchor="t" anchorCtr="0">
            <a:spAutoFit/>
          </a:bodyPr>
          <a:lstStyle/>
          <a:p>
            <a:pPr marL="0" indent="0" algn="just">
              <a:spcBef>
                <a:spcPts val="400"/>
              </a:spcBef>
              <a:buClr>
                <a:schemeClr val="dk1"/>
              </a:buClr>
              <a:buSzPts val="1400"/>
              <a:buNone/>
            </a:pPr>
            <a:r>
              <a:rPr lang="en-US" sz="1400" dirty="0"/>
              <a:t>Table containing a random sampling of 20 rows from the imported raw dataset.</a:t>
            </a:r>
            <a:endParaRPr lang="en-US" sz="1400" dirty="0">
              <a:solidFill>
                <a:schemeClr val="dk1"/>
              </a:solidFill>
              <a:latin typeface="Nunito" pitchFamily="2" charset="0"/>
              <a:ea typeface="Century Gothic"/>
              <a:cs typeface="Century Gothic"/>
              <a:sym typeface="Century Gothic"/>
            </a:endParaRPr>
          </a:p>
        </p:txBody>
      </p:sp>
      <p:sp>
        <p:nvSpPr>
          <p:cNvPr id="2" name="Slide Number Placeholder 1">
            <a:extLst>
              <a:ext uri="{FF2B5EF4-FFF2-40B4-BE49-F238E27FC236}">
                <a16:creationId xmlns:a16="http://schemas.microsoft.com/office/drawing/2014/main" id="{650DA881-C9C3-FB6F-53AE-60914FEC5835}"/>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17</a:t>
            </a:fld>
            <a:endParaRPr lang="en-US"/>
          </a:p>
        </p:txBody>
      </p:sp>
      <p:pic>
        <p:nvPicPr>
          <p:cNvPr id="5" name="Picture 4" descr="A table with numbers and letters&#10;&#10;AI-generated content may be incorrect.">
            <a:extLst>
              <a:ext uri="{FF2B5EF4-FFF2-40B4-BE49-F238E27FC236}">
                <a16:creationId xmlns:a16="http://schemas.microsoft.com/office/drawing/2014/main" id="{3091A069-3ABC-DB66-6DB6-5CC597D3E7E7}"/>
              </a:ext>
            </a:extLst>
          </p:cNvPr>
          <p:cNvPicPr>
            <a:picLocks noChangeAspect="1"/>
          </p:cNvPicPr>
          <p:nvPr/>
        </p:nvPicPr>
        <p:blipFill>
          <a:blip r:embed="rId3"/>
          <a:stretch>
            <a:fillRect/>
          </a:stretch>
        </p:blipFill>
        <p:spPr>
          <a:xfrm>
            <a:off x="154466" y="676885"/>
            <a:ext cx="8937744" cy="3702610"/>
          </a:xfrm>
          <a:prstGeom prst="rect">
            <a:avLst/>
          </a:prstGeom>
        </p:spPr>
      </p:pic>
    </p:spTree>
    <p:extLst>
      <p:ext uri="{BB962C8B-B14F-4D97-AF65-F5344CB8AC3E}">
        <p14:creationId xmlns:p14="http://schemas.microsoft.com/office/powerpoint/2010/main" val="389543905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87">
          <a:extLst>
            <a:ext uri="{FF2B5EF4-FFF2-40B4-BE49-F238E27FC236}">
              <a16:creationId xmlns:a16="http://schemas.microsoft.com/office/drawing/2014/main" id="{6508A608-C709-672D-76E5-08A2BA2FEDF8}"/>
            </a:ext>
          </a:extLst>
        </p:cNvPr>
        <p:cNvGrpSpPr/>
        <p:nvPr/>
      </p:nvGrpSpPr>
      <p:grpSpPr>
        <a:xfrm>
          <a:off x="0" y="0"/>
          <a:ext cx="0" cy="0"/>
          <a:chOff x="0" y="0"/>
          <a:chExt cx="0" cy="0"/>
        </a:xfrm>
      </p:grpSpPr>
      <p:sp>
        <p:nvSpPr>
          <p:cNvPr id="188" name="Google Shape;188;p40">
            <a:extLst>
              <a:ext uri="{FF2B5EF4-FFF2-40B4-BE49-F238E27FC236}">
                <a16:creationId xmlns:a16="http://schemas.microsoft.com/office/drawing/2014/main" id="{AAC0034B-DA7B-E649-706D-6FA29010BD82}"/>
              </a:ext>
            </a:extLst>
          </p:cNvPr>
          <p:cNvSpPr txBox="1"/>
          <p:nvPr/>
        </p:nvSpPr>
        <p:spPr>
          <a:xfrm>
            <a:off x="468977" y="92417"/>
            <a:ext cx="8520600" cy="5727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2200"/>
              <a:buFont typeface="Arial"/>
              <a:buNone/>
            </a:pPr>
            <a:r>
              <a:rPr lang="en-US" sz="2200" b="1" i="0" u="none" strike="noStrike" cap="none" dirty="0">
                <a:solidFill>
                  <a:schemeClr val="lt2"/>
                </a:solidFill>
                <a:latin typeface="Century Gothic"/>
                <a:ea typeface="Century Gothic"/>
                <a:cs typeface="Century Gothic"/>
                <a:sym typeface="Century Gothic"/>
              </a:rPr>
              <a:t>Initial Exploratory Data Analysis (EDA)</a:t>
            </a:r>
            <a:endParaRPr sz="2200" b="1" i="0" u="none" strike="noStrike" cap="none" dirty="0">
              <a:solidFill>
                <a:schemeClr val="lt2"/>
              </a:solidFill>
              <a:latin typeface="Century Gothic"/>
              <a:ea typeface="Century Gothic"/>
              <a:cs typeface="Century Gothic"/>
              <a:sym typeface="Century Gothic"/>
            </a:endParaRPr>
          </a:p>
        </p:txBody>
      </p:sp>
      <p:sp>
        <p:nvSpPr>
          <p:cNvPr id="2" name="Slide Number Placeholder 1">
            <a:extLst>
              <a:ext uri="{FF2B5EF4-FFF2-40B4-BE49-F238E27FC236}">
                <a16:creationId xmlns:a16="http://schemas.microsoft.com/office/drawing/2014/main" id="{998C4AE4-924F-8813-5D5A-AE2DDFEA9988}"/>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18</a:t>
            </a:fld>
            <a:endParaRPr lang="en-US"/>
          </a:p>
        </p:txBody>
      </p:sp>
      <p:pic>
        <p:nvPicPr>
          <p:cNvPr id="14" name="Picture 13" descr="A group of graphs showing different sizes of data&#10;&#10;AI-generated content may be incorrect.">
            <a:extLst>
              <a:ext uri="{FF2B5EF4-FFF2-40B4-BE49-F238E27FC236}">
                <a16:creationId xmlns:a16="http://schemas.microsoft.com/office/drawing/2014/main" id="{23594621-C020-A049-C758-82BC8B3A4459}"/>
              </a:ext>
            </a:extLst>
          </p:cNvPr>
          <p:cNvPicPr>
            <a:picLocks noChangeAspect="1"/>
          </p:cNvPicPr>
          <p:nvPr/>
        </p:nvPicPr>
        <p:blipFill>
          <a:blip r:embed="rId3"/>
          <a:stretch>
            <a:fillRect/>
          </a:stretch>
        </p:blipFill>
        <p:spPr>
          <a:xfrm>
            <a:off x="955141" y="661576"/>
            <a:ext cx="6937575" cy="4288873"/>
          </a:xfrm>
          <a:prstGeom prst="rect">
            <a:avLst/>
          </a:prstGeom>
        </p:spPr>
      </p:pic>
    </p:spTree>
    <p:extLst>
      <p:ext uri="{BB962C8B-B14F-4D97-AF65-F5344CB8AC3E}">
        <p14:creationId xmlns:p14="http://schemas.microsoft.com/office/powerpoint/2010/main" val="255133133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87">
          <a:extLst>
            <a:ext uri="{FF2B5EF4-FFF2-40B4-BE49-F238E27FC236}">
              <a16:creationId xmlns:a16="http://schemas.microsoft.com/office/drawing/2014/main" id="{7801EBCA-1448-6939-1515-55C7FF35FE59}"/>
            </a:ext>
          </a:extLst>
        </p:cNvPr>
        <p:cNvGrpSpPr/>
        <p:nvPr/>
      </p:nvGrpSpPr>
      <p:grpSpPr>
        <a:xfrm>
          <a:off x="0" y="0"/>
          <a:ext cx="0" cy="0"/>
          <a:chOff x="0" y="0"/>
          <a:chExt cx="0" cy="0"/>
        </a:xfrm>
      </p:grpSpPr>
      <p:sp>
        <p:nvSpPr>
          <p:cNvPr id="188" name="Google Shape;188;p40">
            <a:extLst>
              <a:ext uri="{FF2B5EF4-FFF2-40B4-BE49-F238E27FC236}">
                <a16:creationId xmlns:a16="http://schemas.microsoft.com/office/drawing/2014/main" id="{420D67E4-D8A4-6954-22CB-F8B469E68491}"/>
              </a:ext>
            </a:extLst>
          </p:cNvPr>
          <p:cNvSpPr txBox="1"/>
          <p:nvPr/>
        </p:nvSpPr>
        <p:spPr>
          <a:xfrm>
            <a:off x="468977" y="92417"/>
            <a:ext cx="8520600" cy="5727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2200"/>
              <a:buFont typeface="Arial"/>
              <a:buNone/>
            </a:pPr>
            <a:r>
              <a:rPr lang="en-US" sz="2200" b="1" i="0" u="none" strike="noStrike" cap="none" dirty="0">
                <a:solidFill>
                  <a:schemeClr val="lt2"/>
                </a:solidFill>
                <a:latin typeface="Century Gothic"/>
                <a:ea typeface="Century Gothic"/>
                <a:cs typeface="Century Gothic"/>
                <a:sym typeface="Century Gothic"/>
              </a:rPr>
              <a:t>Initial Exploratory Data Analysis (EDA)</a:t>
            </a:r>
            <a:endParaRPr sz="2200" b="1" i="0" u="none" strike="noStrike" cap="none" dirty="0">
              <a:solidFill>
                <a:schemeClr val="lt2"/>
              </a:solidFill>
              <a:latin typeface="Century Gothic"/>
              <a:ea typeface="Century Gothic"/>
              <a:cs typeface="Century Gothic"/>
              <a:sym typeface="Century Gothic"/>
            </a:endParaRPr>
          </a:p>
        </p:txBody>
      </p:sp>
      <p:sp>
        <p:nvSpPr>
          <p:cNvPr id="190" name="Google Shape;190;p40">
            <a:extLst>
              <a:ext uri="{FF2B5EF4-FFF2-40B4-BE49-F238E27FC236}">
                <a16:creationId xmlns:a16="http://schemas.microsoft.com/office/drawing/2014/main" id="{982982A5-983B-F19B-75FD-546CE3BF23AF}"/>
              </a:ext>
            </a:extLst>
          </p:cNvPr>
          <p:cNvSpPr txBox="1">
            <a:spLocks noGrp="1"/>
          </p:cNvSpPr>
          <p:nvPr>
            <p:ph type="body" idx="1"/>
          </p:nvPr>
        </p:nvSpPr>
        <p:spPr>
          <a:xfrm>
            <a:off x="58709" y="3235808"/>
            <a:ext cx="4513291" cy="1819699"/>
          </a:xfrm>
          <a:prstGeom prst="rect">
            <a:avLst/>
          </a:prstGeom>
          <a:noFill/>
          <a:ln>
            <a:noFill/>
          </a:ln>
        </p:spPr>
        <p:txBody>
          <a:bodyPr spcFirstLastPara="1" wrap="square" lIns="91425" tIns="91425" rIns="91425" bIns="91425" anchor="t" anchorCtr="0">
            <a:spAutoFit/>
          </a:bodyPr>
          <a:lstStyle/>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LOAN</a:t>
            </a:r>
            <a:r>
              <a:rPr lang="en-US" sz="1200" dirty="0">
                <a:solidFill>
                  <a:schemeClr val="dk1"/>
                </a:solidFill>
                <a:latin typeface="Nunito" pitchFamily="2" charset="0"/>
                <a:ea typeface="Century Gothic"/>
                <a:cs typeface="Century Gothic"/>
                <a:sym typeface="Century Gothic"/>
              </a:rPr>
              <a:t> – Right-skewed, clustered around $15k, large outliers</a:t>
            </a:r>
          </a:p>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MORTDUE</a:t>
            </a:r>
            <a:r>
              <a:rPr lang="en-US" sz="1200" dirty="0">
                <a:solidFill>
                  <a:schemeClr val="dk1"/>
                </a:solidFill>
                <a:latin typeface="Nunito" pitchFamily="2" charset="0"/>
                <a:ea typeface="Century Gothic"/>
                <a:cs typeface="Century Gothic"/>
                <a:sym typeface="Century Gothic"/>
              </a:rPr>
              <a:t> – Right-skewed, clustered around $70k</a:t>
            </a:r>
          </a:p>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VALUE</a:t>
            </a:r>
            <a:r>
              <a:rPr lang="en-US" sz="1200" dirty="0">
                <a:solidFill>
                  <a:schemeClr val="dk1"/>
                </a:solidFill>
                <a:latin typeface="Nunito" pitchFamily="2" charset="0"/>
                <a:ea typeface="Century Gothic"/>
                <a:cs typeface="Century Gothic"/>
                <a:sym typeface="Century Gothic"/>
              </a:rPr>
              <a:t> – Highly Right-skewed</a:t>
            </a:r>
          </a:p>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YOJ</a:t>
            </a:r>
            <a:r>
              <a:rPr lang="en-US" sz="1200" dirty="0">
                <a:solidFill>
                  <a:schemeClr val="dk1"/>
                </a:solidFill>
                <a:latin typeface="Nunito" pitchFamily="2" charset="0"/>
                <a:ea typeface="Century Gothic"/>
                <a:cs typeface="Century Gothic"/>
                <a:sym typeface="Century Gothic"/>
              </a:rPr>
              <a:t> – </a:t>
            </a:r>
            <a:r>
              <a:rPr lang="en-US" sz="1200" dirty="0"/>
              <a:t>Most normal distribution, mode=0</a:t>
            </a:r>
            <a:endParaRPr lang="en-US" sz="1200" dirty="0">
              <a:solidFill>
                <a:schemeClr val="dk1"/>
              </a:solidFill>
              <a:latin typeface="Nunito" pitchFamily="2" charset="0"/>
              <a:ea typeface="Century Gothic"/>
              <a:cs typeface="Century Gothic"/>
              <a:sym typeface="Century Gothic"/>
            </a:endParaRPr>
          </a:p>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DROG</a:t>
            </a:r>
            <a:r>
              <a:rPr lang="en-US" sz="1200" dirty="0">
                <a:solidFill>
                  <a:schemeClr val="dk1"/>
                </a:solidFill>
                <a:latin typeface="Nunito" pitchFamily="2" charset="0"/>
                <a:ea typeface="Century Gothic"/>
                <a:cs typeface="Century Gothic"/>
                <a:sym typeface="Century Gothic"/>
              </a:rPr>
              <a:t> – Zero inflated (most values=0)</a:t>
            </a:r>
          </a:p>
          <a:p>
            <a:pPr marL="0" indent="0" algn="just">
              <a:spcBef>
                <a:spcPts val="400"/>
              </a:spcBef>
              <a:buClr>
                <a:schemeClr val="dk1"/>
              </a:buClr>
              <a:buSzPts val="1400"/>
              <a:buNone/>
            </a:pPr>
            <a:endParaRPr lang="en-US" sz="1200" dirty="0">
              <a:solidFill>
                <a:schemeClr val="dk1"/>
              </a:solidFill>
              <a:latin typeface="Nunito" pitchFamily="2" charset="0"/>
              <a:ea typeface="Century Gothic"/>
              <a:cs typeface="Century Gothic"/>
              <a:sym typeface="Century Gothic"/>
            </a:endParaRPr>
          </a:p>
        </p:txBody>
      </p:sp>
      <p:sp>
        <p:nvSpPr>
          <p:cNvPr id="2" name="Slide Number Placeholder 1">
            <a:extLst>
              <a:ext uri="{FF2B5EF4-FFF2-40B4-BE49-F238E27FC236}">
                <a16:creationId xmlns:a16="http://schemas.microsoft.com/office/drawing/2014/main" id="{DA5B5804-E992-A86E-A70A-C3372EFE405C}"/>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19</a:t>
            </a:fld>
            <a:endParaRPr lang="en-US"/>
          </a:p>
        </p:txBody>
      </p:sp>
      <p:pic>
        <p:nvPicPr>
          <p:cNvPr id="6" name="Picture 5" descr="A screenshot of a computer&#10;&#10;AI-generated content may be incorrect.">
            <a:extLst>
              <a:ext uri="{FF2B5EF4-FFF2-40B4-BE49-F238E27FC236}">
                <a16:creationId xmlns:a16="http://schemas.microsoft.com/office/drawing/2014/main" id="{47040D35-6A41-D321-A02B-104D344F9E4F}"/>
              </a:ext>
            </a:extLst>
          </p:cNvPr>
          <p:cNvPicPr>
            <a:picLocks noChangeAspect="1"/>
          </p:cNvPicPr>
          <p:nvPr/>
        </p:nvPicPr>
        <p:blipFill>
          <a:blip r:embed="rId3"/>
          <a:stretch>
            <a:fillRect/>
          </a:stretch>
        </p:blipFill>
        <p:spPr>
          <a:xfrm>
            <a:off x="154423" y="555114"/>
            <a:ext cx="8662737" cy="2604081"/>
          </a:xfrm>
          <a:prstGeom prst="rect">
            <a:avLst/>
          </a:prstGeom>
        </p:spPr>
      </p:pic>
      <p:sp>
        <p:nvSpPr>
          <p:cNvPr id="7" name="Google Shape;190;p40">
            <a:extLst>
              <a:ext uri="{FF2B5EF4-FFF2-40B4-BE49-F238E27FC236}">
                <a16:creationId xmlns:a16="http://schemas.microsoft.com/office/drawing/2014/main" id="{1E9FB3D4-0EDE-A761-86A1-81DFF8411D60}"/>
              </a:ext>
            </a:extLst>
          </p:cNvPr>
          <p:cNvSpPr txBox="1">
            <a:spLocks/>
          </p:cNvSpPr>
          <p:nvPr/>
        </p:nvSpPr>
        <p:spPr>
          <a:xfrm>
            <a:off x="4501708" y="3235808"/>
            <a:ext cx="4513291" cy="1766607"/>
          </a:xfrm>
          <a:prstGeom prst="rect">
            <a:avLst/>
          </a:prstGeom>
          <a:noFill/>
          <a:ln>
            <a:noFill/>
          </a:ln>
        </p:spPr>
        <p:txBody>
          <a:bodyPr spcFirstLastPara="1" wrap="square" lIns="91425" tIns="91425" rIns="91425" bIns="91425" anchor="t" anchorCtr="0">
            <a:spAutoFit/>
          </a:bodyPr>
          <a:lstStyle>
            <a:defPPr marR="0" lvl="0" algn="l" rtl="0">
              <a:lnSpc>
                <a:spcPct val="100000"/>
              </a:lnSpc>
              <a:spcBef>
                <a:spcPts val="0"/>
              </a:spcBef>
              <a:spcAft>
                <a:spcPts val="0"/>
              </a:spcAft>
            </a:defPPr>
            <a:lvl1pPr marL="457200" marR="0" lvl="0" indent="-323850" algn="l" rtl="0">
              <a:lnSpc>
                <a:spcPct val="115000"/>
              </a:lnSpc>
              <a:spcBef>
                <a:spcPts val="0"/>
              </a:spcBef>
              <a:spcAft>
                <a:spcPts val="0"/>
              </a:spcAft>
              <a:buClr>
                <a:schemeClr val="dk2"/>
              </a:buClr>
              <a:buSzPts val="1500"/>
              <a:buFont typeface="Nunito"/>
              <a:buChar char="●"/>
              <a:defRPr sz="1500" b="0" i="0" u="none" strike="noStrike" cap="none">
                <a:solidFill>
                  <a:schemeClr val="dk2"/>
                </a:solidFill>
                <a:latin typeface="Nunito"/>
                <a:ea typeface="Nunito"/>
                <a:cs typeface="Nunito"/>
                <a:sym typeface="Nunito"/>
              </a:defRPr>
            </a:lvl1pPr>
            <a:lvl2pPr marL="914400" marR="0" lvl="1" indent="-311150" algn="l" rtl="0">
              <a:lnSpc>
                <a:spcPct val="115000"/>
              </a:lnSpc>
              <a:spcBef>
                <a:spcPts val="1600"/>
              </a:spcBef>
              <a:spcAft>
                <a:spcPts val="0"/>
              </a:spcAft>
              <a:buClr>
                <a:schemeClr val="dk2"/>
              </a:buClr>
              <a:buSzPts val="1300"/>
              <a:buFont typeface="Nunito"/>
              <a:buChar char="○"/>
              <a:defRPr sz="1300" b="0" i="0" u="none" strike="noStrike" cap="none">
                <a:solidFill>
                  <a:schemeClr val="dk2"/>
                </a:solidFill>
                <a:latin typeface="Nunito"/>
                <a:ea typeface="Nunito"/>
                <a:cs typeface="Nunito"/>
                <a:sym typeface="Nunito"/>
              </a:defRPr>
            </a:lvl2pPr>
            <a:lvl3pPr marL="1371600" marR="0" lvl="2" indent="-304800" algn="l" rtl="0">
              <a:lnSpc>
                <a:spcPct val="115000"/>
              </a:lnSpc>
              <a:spcBef>
                <a:spcPts val="1600"/>
              </a:spcBef>
              <a:spcAft>
                <a:spcPts val="0"/>
              </a:spcAft>
              <a:buClr>
                <a:schemeClr val="dk2"/>
              </a:buClr>
              <a:buSzPts val="1200"/>
              <a:buFont typeface="Nunito"/>
              <a:buChar char="■"/>
              <a:defRPr sz="1200" b="0" i="0" u="none" strike="noStrike" cap="none">
                <a:solidFill>
                  <a:schemeClr val="dk2"/>
                </a:solidFill>
                <a:latin typeface="Nunito"/>
                <a:ea typeface="Nunito"/>
                <a:cs typeface="Nunito"/>
                <a:sym typeface="Nunito"/>
              </a:defRPr>
            </a:lvl3pPr>
            <a:lvl4pPr marL="1828800" marR="0" lvl="3" indent="-298450" algn="l" rtl="0">
              <a:lnSpc>
                <a:spcPct val="115000"/>
              </a:lnSpc>
              <a:spcBef>
                <a:spcPts val="1600"/>
              </a:spcBef>
              <a:spcAft>
                <a:spcPts val="0"/>
              </a:spcAft>
              <a:buClr>
                <a:schemeClr val="dk2"/>
              </a:buClr>
              <a:buSzPts val="1100"/>
              <a:buFont typeface="Nunito"/>
              <a:buChar char="●"/>
              <a:defRPr sz="1100" b="0" i="0" u="none" strike="noStrike" cap="none">
                <a:solidFill>
                  <a:schemeClr val="dk2"/>
                </a:solidFill>
                <a:latin typeface="Nunito"/>
                <a:ea typeface="Nunito"/>
                <a:cs typeface="Nunito"/>
                <a:sym typeface="Nunito"/>
              </a:defRPr>
            </a:lvl4pPr>
            <a:lvl5pPr marL="2286000" marR="0" lvl="4" indent="-292100" algn="l" rtl="0">
              <a:lnSpc>
                <a:spcPct val="115000"/>
              </a:lnSpc>
              <a:spcBef>
                <a:spcPts val="1600"/>
              </a:spcBef>
              <a:spcAft>
                <a:spcPts val="0"/>
              </a:spcAft>
              <a:buClr>
                <a:schemeClr val="dk2"/>
              </a:buClr>
              <a:buSzPts val="1000"/>
              <a:buFont typeface="Nunito"/>
              <a:buChar char="○"/>
              <a:defRPr sz="1000" b="0" i="0" u="none" strike="noStrike" cap="none">
                <a:solidFill>
                  <a:schemeClr val="dk2"/>
                </a:solidFill>
                <a:latin typeface="Nunito"/>
                <a:ea typeface="Nunito"/>
                <a:cs typeface="Nunito"/>
                <a:sym typeface="Nunito"/>
              </a:defRPr>
            </a:lvl5pPr>
            <a:lvl6pPr marL="2743200" marR="0" lvl="5" indent="-285750" algn="l" rtl="0">
              <a:lnSpc>
                <a:spcPct val="115000"/>
              </a:lnSpc>
              <a:spcBef>
                <a:spcPts val="1600"/>
              </a:spcBef>
              <a:spcAft>
                <a:spcPts val="0"/>
              </a:spcAft>
              <a:buClr>
                <a:schemeClr val="dk2"/>
              </a:buClr>
              <a:buSzPts val="900"/>
              <a:buFont typeface="Nunito"/>
              <a:buChar char="■"/>
              <a:defRPr sz="900" b="0" i="0" u="none" strike="noStrike" cap="none">
                <a:solidFill>
                  <a:schemeClr val="dk2"/>
                </a:solidFill>
                <a:latin typeface="Nunito"/>
                <a:ea typeface="Nunito"/>
                <a:cs typeface="Nunito"/>
                <a:sym typeface="Nunito"/>
              </a:defRPr>
            </a:lvl6pPr>
            <a:lvl7pPr marL="3200400" marR="0" lvl="6" indent="-279400" algn="l" rtl="0">
              <a:lnSpc>
                <a:spcPct val="115000"/>
              </a:lnSpc>
              <a:spcBef>
                <a:spcPts val="1600"/>
              </a:spcBef>
              <a:spcAft>
                <a:spcPts val="0"/>
              </a:spcAft>
              <a:buClr>
                <a:schemeClr val="dk2"/>
              </a:buClr>
              <a:buSzPts val="800"/>
              <a:buFont typeface="Nunito"/>
              <a:buChar char="●"/>
              <a:defRPr sz="800" b="0" i="0" u="none" strike="noStrike" cap="none">
                <a:solidFill>
                  <a:schemeClr val="dk2"/>
                </a:solidFill>
                <a:latin typeface="Nunito"/>
                <a:ea typeface="Nunito"/>
                <a:cs typeface="Nunito"/>
                <a:sym typeface="Nunito"/>
              </a:defRPr>
            </a:lvl7pPr>
            <a:lvl8pPr marL="3657600" marR="0" lvl="7" indent="-273050" algn="l" rtl="0">
              <a:lnSpc>
                <a:spcPct val="115000"/>
              </a:lnSpc>
              <a:spcBef>
                <a:spcPts val="1600"/>
              </a:spcBef>
              <a:spcAft>
                <a:spcPts val="0"/>
              </a:spcAft>
              <a:buClr>
                <a:schemeClr val="dk2"/>
              </a:buClr>
              <a:buSzPts val="700"/>
              <a:buFont typeface="Nunito"/>
              <a:buChar char="○"/>
              <a:defRPr sz="700" b="0" i="0" u="none" strike="noStrike" cap="none">
                <a:solidFill>
                  <a:schemeClr val="dk2"/>
                </a:solidFill>
                <a:latin typeface="Nunito"/>
                <a:ea typeface="Nunito"/>
                <a:cs typeface="Nunito"/>
                <a:sym typeface="Nunito"/>
              </a:defRPr>
            </a:lvl8pPr>
            <a:lvl9pPr marL="4114800" marR="0" lvl="8" indent="-266700" algn="l" rtl="0">
              <a:lnSpc>
                <a:spcPct val="115000"/>
              </a:lnSpc>
              <a:spcBef>
                <a:spcPts val="1600"/>
              </a:spcBef>
              <a:spcAft>
                <a:spcPts val="1600"/>
              </a:spcAft>
              <a:buClr>
                <a:schemeClr val="dk2"/>
              </a:buClr>
              <a:buSzPts val="600"/>
              <a:buFont typeface="Nunito"/>
              <a:buChar char="■"/>
              <a:defRPr sz="600" b="0" i="0" u="none" strike="noStrike" cap="none">
                <a:solidFill>
                  <a:schemeClr val="dk2"/>
                </a:solidFill>
                <a:latin typeface="Nunito"/>
                <a:ea typeface="Nunito"/>
                <a:cs typeface="Nunito"/>
                <a:sym typeface="Nunito"/>
              </a:defRPr>
            </a:lvl9pPr>
          </a:lstStyle>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DELINQ</a:t>
            </a:r>
            <a:r>
              <a:rPr lang="en-US" sz="1200" dirty="0">
                <a:solidFill>
                  <a:schemeClr val="dk1"/>
                </a:solidFill>
                <a:latin typeface="Nunito" pitchFamily="2" charset="0"/>
                <a:ea typeface="Century Gothic"/>
                <a:cs typeface="Century Gothic"/>
                <a:sym typeface="Century Gothic"/>
              </a:rPr>
              <a:t> – Zero inflated (most values=0) </a:t>
            </a:r>
          </a:p>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CLAGE</a:t>
            </a:r>
            <a:r>
              <a:rPr lang="en-US" sz="1200" dirty="0">
                <a:solidFill>
                  <a:schemeClr val="dk1"/>
                </a:solidFill>
                <a:latin typeface="Nunito" pitchFamily="2" charset="0"/>
                <a:ea typeface="Century Gothic"/>
                <a:cs typeface="Century Gothic"/>
                <a:sym typeface="Century Gothic"/>
              </a:rPr>
              <a:t> – Relatively symmetric, extreme outliers</a:t>
            </a:r>
          </a:p>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NINQ</a:t>
            </a:r>
            <a:r>
              <a:rPr lang="en-US" sz="1200" dirty="0">
                <a:solidFill>
                  <a:schemeClr val="dk1"/>
                </a:solidFill>
                <a:latin typeface="Nunito" pitchFamily="2" charset="0"/>
                <a:ea typeface="Century Gothic"/>
                <a:cs typeface="Century Gothic"/>
                <a:sym typeface="Century Gothic"/>
              </a:rPr>
              <a:t> – Highly Right-skewed, most have 0-2 inquires</a:t>
            </a:r>
          </a:p>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CLNO</a:t>
            </a:r>
            <a:r>
              <a:rPr lang="en-US" sz="1200" dirty="0">
                <a:solidFill>
                  <a:schemeClr val="dk1"/>
                </a:solidFill>
                <a:latin typeface="Nunito" pitchFamily="2" charset="0"/>
                <a:ea typeface="Century Gothic"/>
                <a:cs typeface="Century Gothic"/>
                <a:sym typeface="Century Gothic"/>
              </a:rPr>
              <a:t> – </a:t>
            </a:r>
            <a:r>
              <a:rPr lang="en-US" sz="1200" dirty="0"/>
              <a:t>Close to normal distribution, but still has right skew</a:t>
            </a:r>
            <a:endParaRPr lang="en-US" sz="1200" dirty="0">
              <a:solidFill>
                <a:schemeClr val="dk1"/>
              </a:solidFill>
              <a:latin typeface="Nunito" pitchFamily="2" charset="0"/>
              <a:ea typeface="Century Gothic"/>
              <a:cs typeface="Century Gothic"/>
              <a:sym typeface="Century Gothic"/>
            </a:endParaRPr>
          </a:p>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DEBTINC</a:t>
            </a:r>
            <a:r>
              <a:rPr lang="en-US" sz="1200" dirty="0">
                <a:solidFill>
                  <a:schemeClr val="dk1"/>
                </a:solidFill>
                <a:latin typeface="Nunito" pitchFamily="2" charset="0"/>
                <a:ea typeface="Century Gothic"/>
                <a:cs typeface="Century Gothic"/>
                <a:sym typeface="Century Gothic"/>
              </a:rPr>
              <a:t> – High kurtosis, extreme outliers</a:t>
            </a:r>
          </a:p>
          <a:p>
            <a:pPr marL="0" indent="0" algn="just">
              <a:spcBef>
                <a:spcPts val="400"/>
              </a:spcBef>
              <a:buClr>
                <a:schemeClr val="dk1"/>
              </a:buClr>
              <a:buSzPts val="1400"/>
              <a:buFont typeface="Nunito"/>
              <a:buNone/>
            </a:pPr>
            <a:endParaRPr lang="en-US" sz="1200" dirty="0">
              <a:solidFill>
                <a:schemeClr val="dk1"/>
              </a:solidFill>
              <a:latin typeface="Nunito" pitchFamily="2" charset="0"/>
              <a:ea typeface="Century Gothic"/>
              <a:cs typeface="Century Gothic"/>
              <a:sym typeface="Century Gothic"/>
            </a:endParaRPr>
          </a:p>
        </p:txBody>
      </p:sp>
    </p:spTree>
    <p:extLst>
      <p:ext uri="{BB962C8B-B14F-4D97-AF65-F5344CB8AC3E}">
        <p14:creationId xmlns:p14="http://schemas.microsoft.com/office/powerpoint/2010/main" val="279494453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87">
          <a:extLst>
            <a:ext uri="{FF2B5EF4-FFF2-40B4-BE49-F238E27FC236}">
              <a16:creationId xmlns:a16="http://schemas.microsoft.com/office/drawing/2014/main" id="{35B6F3D8-5F46-BCB2-F006-DC519B3F1F59}"/>
            </a:ext>
          </a:extLst>
        </p:cNvPr>
        <p:cNvGrpSpPr/>
        <p:nvPr/>
      </p:nvGrpSpPr>
      <p:grpSpPr>
        <a:xfrm>
          <a:off x="0" y="0"/>
          <a:ext cx="0" cy="0"/>
          <a:chOff x="0" y="0"/>
          <a:chExt cx="0" cy="0"/>
        </a:xfrm>
      </p:grpSpPr>
      <p:sp>
        <p:nvSpPr>
          <p:cNvPr id="188" name="Google Shape;188;p40">
            <a:extLst>
              <a:ext uri="{FF2B5EF4-FFF2-40B4-BE49-F238E27FC236}">
                <a16:creationId xmlns:a16="http://schemas.microsoft.com/office/drawing/2014/main" id="{B2B27650-447C-6886-E929-BE65E9D77227}"/>
              </a:ext>
            </a:extLst>
          </p:cNvPr>
          <p:cNvSpPr txBox="1"/>
          <p:nvPr/>
        </p:nvSpPr>
        <p:spPr>
          <a:xfrm>
            <a:off x="468977" y="92417"/>
            <a:ext cx="8520600" cy="5727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2200"/>
              <a:buFont typeface="Arial"/>
              <a:buNone/>
            </a:pPr>
            <a:r>
              <a:rPr lang="en-US" sz="2200" b="1" i="0" u="none" strike="noStrike" cap="none" dirty="0">
                <a:solidFill>
                  <a:schemeClr val="lt2"/>
                </a:solidFill>
                <a:latin typeface="Century Gothic"/>
                <a:ea typeface="Century Gothic"/>
                <a:cs typeface="Century Gothic"/>
                <a:sym typeface="Century Gothic"/>
              </a:rPr>
              <a:t>Initial Exploratory Data Analysis (EDA)</a:t>
            </a:r>
            <a:endParaRPr sz="2200" b="1" i="0" u="none" strike="noStrike" cap="none" dirty="0">
              <a:solidFill>
                <a:schemeClr val="lt2"/>
              </a:solidFill>
              <a:latin typeface="Century Gothic"/>
              <a:ea typeface="Century Gothic"/>
              <a:cs typeface="Century Gothic"/>
              <a:sym typeface="Century Gothic"/>
            </a:endParaRPr>
          </a:p>
        </p:txBody>
      </p:sp>
      <p:sp>
        <p:nvSpPr>
          <p:cNvPr id="2" name="Slide Number Placeholder 1">
            <a:extLst>
              <a:ext uri="{FF2B5EF4-FFF2-40B4-BE49-F238E27FC236}">
                <a16:creationId xmlns:a16="http://schemas.microsoft.com/office/drawing/2014/main" id="{A59A2DCD-6436-7874-528C-D53730532642}"/>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20</a:t>
            </a:fld>
            <a:endParaRPr lang="en-US"/>
          </a:p>
        </p:txBody>
      </p:sp>
      <p:pic>
        <p:nvPicPr>
          <p:cNvPr id="6" name="Picture 5" descr="A group of blue squares&#10;&#10;AI-generated content may be incorrect.">
            <a:extLst>
              <a:ext uri="{FF2B5EF4-FFF2-40B4-BE49-F238E27FC236}">
                <a16:creationId xmlns:a16="http://schemas.microsoft.com/office/drawing/2014/main" id="{5A6C41A6-2C41-BF8F-DD3A-4B20F4A21BDD}"/>
              </a:ext>
            </a:extLst>
          </p:cNvPr>
          <p:cNvPicPr>
            <a:picLocks noChangeAspect="1"/>
          </p:cNvPicPr>
          <p:nvPr/>
        </p:nvPicPr>
        <p:blipFill>
          <a:blip r:embed="rId3"/>
          <a:stretch>
            <a:fillRect/>
          </a:stretch>
        </p:blipFill>
        <p:spPr>
          <a:xfrm>
            <a:off x="411434" y="563770"/>
            <a:ext cx="8321131" cy="2769660"/>
          </a:xfrm>
          <a:prstGeom prst="rect">
            <a:avLst/>
          </a:prstGeom>
        </p:spPr>
      </p:pic>
      <p:sp>
        <p:nvSpPr>
          <p:cNvPr id="17" name="Google Shape;190;p40">
            <a:extLst>
              <a:ext uri="{FF2B5EF4-FFF2-40B4-BE49-F238E27FC236}">
                <a16:creationId xmlns:a16="http://schemas.microsoft.com/office/drawing/2014/main" id="{A195F955-1E6B-F583-C74A-EAB871393921}"/>
              </a:ext>
            </a:extLst>
          </p:cNvPr>
          <p:cNvSpPr txBox="1">
            <a:spLocks noGrp="1"/>
          </p:cNvSpPr>
          <p:nvPr>
            <p:ph type="body" idx="1"/>
          </p:nvPr>
        </p:nvSpPr>
        <p:spPr>
          <a:xfrm>
            <a:off x="58708" y="3344408"/>
            <a:ext cx="4513291" cy="1819699"/>
          </a:xfrm>
          <a:prstGeom prst="rect">
            <a:avLst/>
          </a:prstGeom>
          <a:noFill/>
          <a:ln>
            <a:noFill/>
          </a:ln>
        </p:spPr>
        <p:txBody>
          <a:bodyPr spcFirstLastPara="1" wrap="square" lIns="91425" tIns="91425" rIns="91425" bIns="91425" anchor="t" anchorCtr="0">
            <a:spAutoFit/>
          </a:bodyPr>
          <a:lstStyle/>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LOAN</a:t>
            </a:r>
            <a:r>
              <a:rPr lang="en-US" sz="1200" dirty="0">
                <a:solidFill>
                  <a:schemeClr val="dk1"/>
                </a:solidFill>
                <a:latin typeface="Nunito" pitchFamily="2" charset="0"/>
                <a:ea typeface="Century Gothic"/>
                <a:cs typeface="Century Gothic"/>
                <a:sym typeface="Century Gothic"/>
              </a:rPr>
              <a:t> – Wide </a:t>
            </a:r>
            <a:r>
              <a:rPr lang="en-US" sz="1200" b="1" dirty="0">
                <a:solidFill>
                  <a:schemeClr val="dk1"/>
                </a:solidFill>
                <a:latin typeface="Nunito" pitchFamily="2" charset="0"/>
                <a:ea typeface="Century Gothic"/>
                <a:cs typeface="Century Gothic"/>
                <a:sym typeface="Century Gothic"/>
              </a:rPr>
              <a:t>Inter Quartile Range</a:t>
            </a:r>
            <a:r>
              <a:rPr lang="en-US" sz="1200" dirty="0">
                <a:solidFill>
                  <a:schemeClr val="dk1"/>
                </a:solidFill>
                <a:latin typeface="Nunito" pitchFamily="2" charset="0"/>
                <a:ea typeface="Century Gothic"/>
                <a:cs typeface="Century Gothic"/>
                <a:sym typeface="Century Gothic"/>
              </a:rPr>
              <a:t> (</a:t>
            </a:r>
            <a:r>
              <a:rPr lang="en-US" sz="1200" b="1" dirty="0">
                <a:solidFill>
                  <a:schemeClr val="dk1"/>
                </a:solidFill>
                <a:latin typeface="Nunito" pitchFamily="2" charset="0"/>
                <a:ea typeface="Century Gothic"/>
                <a:cs typeface="Century Gothic"/>
                <a:sym typeface="Century Gothic"/>
              </a:rPr>
              <a:t>IQR</a:t>
            </a:r>
            <a:r>
              <a:rPr lang="en-US" sz="1200" dirty="0">
                <a:solidFill>
                  <a:schemeClr val="dk1"/>
                </a:solidFill>
                <a:latin typeface="Nunito" pitchFamily="2" charset="0"/>
                <a:ea typeface="Century Gothic"/>
                <a:cs typeface="Century Gothic"/>
                <a:sym typeface="Century Gothic"/>
              </a:rPr>
              <a:t>), outliers &gt; $40k</a:t>
            </a:r>
          </a:p>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MORTDUE</a:t>
            </a:r>
            <a:r>
              <a:rPr lang="en-US" sz="1200" dirty="0">
                <a:solidFill>
                  <a:schemeClr val="dk1"/>
                </a:solidFill>
                <a:latin typeface="Nunito" pitchFamily="2" charset="0"/>
                <a:ea typeface="Century Gothic"/>
                <a:cs typeface="Century Gothic"/>
                <a:sym typeface="Century Gothic"/>
              </a:rPr>
              <a:t> – Tight </a:t>
            </a:r>
            <a:r>
              <a:rPr lang="en-US" sz="1200" b="1" dirty="0">
                <a:solidFill>
                  <a:schemeClr val="dk1"/>
                </a:solidFill>
                <a:latin typeface="Nunito" pitchFamily="2" charset="0"/>
                <a:ea typeface="Century Gothic"/>
                <a:cs typeface="Century Gothic"/>
                <a:sym typeface="Century Gothic"/>
              </a:rPr>
              <a:t>IQR</a:t>
            </a:r>
            <a:r>
              <a:rPr lang="en-US" sz="1200" dirty="0">
                <a:solidFill>
                  <a:schemeClr val="dk1"/>
                </a:solidFill>
                <a:latin typeface="Nunito" pitchFamily="2" charset="0"/>
                <a:ea typeface="Century Gothic"/>
                <a:cs typeface="Century Gothic"/>
                <a:sym typeface="Century Gothic"/>
              </a:rPr>
              <a:t>, high outliers &gt; $45k</a:t>
            </a:r>
          </a:p>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VALUE</a:t>
            </a:r>
            <a:r>
              <a:rPr lang="en-US" sz="1200" dirty="0">
                <a:solidFill>
                  <a:schemeClr val="dk1"/>
                </a:solidFill>
                <a:latin typeface="Nunito" pitchFamily="2" charset="0"/>
                <a:ea typeface="Century Gothic"/>
                <a:cs typeface="Century Gothic"/>
                <a:sym typeface="Century Gothic"/>
              </a:rPr>
              <a:t> – Tight </a:t>
            </a:r>
            <a:r>
              <a:rPr lang="en-US" sz="1200" b="1" dirty="0">
                <a:solidFill>
                  <a:schemeClr val="dk1"/>
                </a:solidFill>
                <a:latin typeface="Nunito" pitchFamily="2" charset="0"/>
                <a:ea typeface="Century Gothic"/>
                <a:cs typeface="Century Gothic"/>
                <a:sym typeface="Century Gothic"/>
              </a:rPr>
              <a:t>IQR</a:t>
            </a:r>
            <a:r>
              <a:rPr lang="en-US" sz="1200" dirty="0">
                <a:solidFill>
                  <a:schemeClr val="dk1"/>
                </a:solidFill>
                <a:latin typeface="Nunito" pitchFamily="2" charset="0"/>
                <a:ea typeface="Century Gothic"/>
                <a:cs typeface="Century Gothic"/>
                <a:sym typeface="Century Gothic"/>
              </a:rPr>
              <a:t>, high outliers &gt; 200k</a:t>
            </a:r>
          </a:p>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YOJ</a:t>
            </a:r>
            <a:r>
              <a:rPr lang="en-US" sz="1200" dirty="0">
                <a:solidFill>
                  <a:schemeClr val="dk1"/>
                </a:solidFill>
                <a:latin typeface="Nunito" pitchFamily="2" charset="0"/>
                <a:ea typeface="Century Gothic"/>
                <a:cs typeface="Century Gothic"/>
                <a:sym typeface="Century Gothic"/>
              </a:rPr>
              <a:t> – </a:t>
            </a:r>
            <a:r>
              <a:rPr lang="en-US" sz="1200" dirty="0"/>
              <a:t>Wideset </a:t>
            </a:r>
            <a:r>
              <a:rPr lang="en-US" sz="1200" b="1" dirty="0"/>
              <a:t>IQR</a:t>
            </a:r>
            <a:r>
              <a:rPr lang="en-US" sz="1200" dirty="0"/>
              <a:t>, still high outliers</a:t>
            </a:r>
            <a:endParaRPr lang="en-US" sz="1200" dirty="0">
              <a:solidFill>
                <a:schemeClr val="dk1"/>
              </a:solidFill>
              <a:latin typeface="Nunito" pitchFamily="2" charset="0"/>
              <a:ea typeface="Century Gothic"/>
              <a:cs typeface="Century Gothic"/>
              <a:sym typeface="Century Gothic"/>
            </a:endParaRPr>
          </a:p>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DROG</a:t>
            </a:r>
            <a:r>
              <a:rPr lang="en-US" sz="1200" dirty="0">
                <a:solidFill>
                  <a:schemeClr val="dk1"/>
                </a:solidFill>
                <a:latin typeface="Nunito" pitchFamily="2" charset="0"/>
                <a:ea typeface="Century Gothic"/>
                <a:cs typeface="Century Gothic"/>
                <a:sym typeface="Century Gothic"/>
              </a:rPr>
              <a:t> – Box collapsed at 0</a:t>
            </a:r>
          </a:p>
          <a:p>
            <a:pPr marL="0" indent="0" algn="just">
              <a:spcBef>
                <a:spcPts val="400"/>
              </a:spcBef>
              <a:buClr>
                <a:schemeClr val="dk1"/>
              </a:buClr>
              <a:buSzPts val="1400"/>
              <a:buNone/>
            </a:pPr>
            <a:endParaRPr lang="en-US" sz="1200" dirty="0">
              <a:solidFill>
                <a:schemeClr val="dk1"/>
              </a:solidFill>
              <a:latin typeface="Nunito" pitchFamily="2" charset="0"/>
              <a:ea typeface="Century Gothic"/>
              <a:cs typeface="Century Gothic"/>
              <a:sym typeface="Century Gothic"/>
            </a:endParaRPr>
          </a:p>
        </p:txBody>
      </p:sp>
      <p:sp>
        <p:nvSpPr>
          <p:cNvPr id="18" name="Google Shape;190;p40">
            <a:extLst>
              <a:ext uri="{FF2B5EF4-FFF2-40B4-BE49-F238E27FC236}">
                <a16:creationId xmlns:a16="http://schemas.microsoft.com/office/drawing/2014/main" id="{8991B495-0A1D-924D-1BF8-850344390C24}"/>
              </a:ext>
            </a:extLst>
          </p:cNvPr>
          <p:cNvSpPr txBox="1">
            <a:spLocks/>
          </p:cNvSpPr>
          <p:nvPr/>
        </p:nvSpPr>
        <p:spPr>
          <a:xfrm>
            <a:off x="4572001" y="3333430"/>
            <a:ext cx="4513291" cy="1766607"/>
          </a:xfrm>
          <a:prstGeom prst="rect">
            <a:avLst/>
          </a:prstGeom>
          <a:noFill/>
          <a:ln>
            <a:noFill/>
          </a:ln>
        </p:spPr>
        <p:txBody>
          <a:bodyPr spcFirstLastPara="1" wrap="square" lIns="91425" tIns="91425" rIns="91425" bIns="91425" anchor="t" anchorCtr="0">
            <a:spAutoFit/>
          </a:bodyPr>
          <a:lstStyle>
            <a:defPPr marR="0" lvl="0" algn="l" rtl="0">
              <a:lnSpc>
                <a:spcPct val="100000"/>
              </a:lnSpc>
              <a:spcBef>
                <a:spcPts val="0"/>
              </a:spcBef>
              <a:spcAft>
                <a:spcPts val="0"/>
              </a:spcAft>
            </a:defPPr>
            <a:lvl1pPr marL="457200" marR="0" lvl="0" indent="-323850" algn="l" rtl="0">
              <a:lnSpc>
                <a:spcPct val="115000"/>
              </a:lnSpc>
              <a:spcBef>
                <a:spcPts val="0"/>
              </a:spcBef>
              <a:spcAft>
                <a:spcPts val="0"/>
              </a:spcAft>
              <a:buClr>
                <a:schemeClr val="dk2"/>
              </a:buClr>
              <a:buSzPts val="1500"/>
              <a:buFont typeface="Nunito"/>
              <a:buChar char="●"/>
              <a:defRPr sz="1500" b="0" i="0" u="none" strike="noStrike" cap="none">
                <a:solidFill>
                  <a:schemeClr val="dk2"/>
                </a:solidFill>
                <a:latin typeface="Nunito"/>
                <a:ea typeface="Nunito"/>
                <a:cs typeface="Nunito"/>
                <a:sym typeface="Nunito"/>
              </a:defRPr>
            </a:lvl1pPr>
            <a:lvl2pPr marL="914400" marR="0" lvl="1" indent="-311150" algn="l" rtl="0">
              <a:lnSpc>
                <a:spcPct val="115000"/>
              </a:lnSpc>
              <a:spcBef>
                <a:spcPts val="1600"/>
              </a:spcBef>
              <a:spcAft>
                <a:spcPts val="0"/>
              </a:spcAft>
              <a:buClr>
                <a:schemeClr val="dk2"/>
              </a:buClr>
              <a:buSzPts val="1300"/>
              <a:buFont typeface="Nunito"/>
              <a:buChar char="○"/>
              <a:defRPr sz="1300" b="0" i="0" u="none" strike="noStrike" cap="none">
                <a:solidFill>
                  <a:schemeClr val="dk2"/>
                </a:solidFill>
                <a:latin typeface="Nunito"/>
                <a:ea typeface="Nunito"/>
                <a:cs typeface="Nunito"/>
                <a:sym typeface="Nunito"/>
              </a:defRPr>
            </a:lvl2pPr>
            <a:lvl3pPr marL="1371600" marR="0" lvl="2" indent="-304800" algn="l" rtl="0">
              <a:lnSpc>
                <a:spcPct val="115000"/>
              </a:lnSpc>
              <a:spcBef>
                <a:spcPts val="1600"/>
              </a:spcBef>
              <a:spcAft>
                <a:spcPts val="0"/>
              </a:spcAft>
              <a:buClr>
                <a:schemeClr val="dk2"/>
              </a:buClr>
              <a:buSzPts val="1200"/>
              <a:buFont typeface="Nunito"/>
              <a:buChar char="■"/>
              <a:defRPr sz="1200" b="0" i="0" u="none" strike="noStrike" cap="none">
                <a:solidFill>
                  <a:schemeClr val="dk2"/>
                </a:solidFill>
                <a:latin typeface="Nunito"/>
                <a:ea typeface="Nunito"/>
                <a:cs typeface="Nunito"/>
                <a:sym typeface="Nunito"/>
              </a:defRPr>
            </a:lvl3pPr>
            <a:lvl4pPr marL="1828800" marR="0" lvl="3" indent="-298450" algn="l" rtl="0">
              <a:lnSpc>
                <a:spcPct val="115000"/>
              </a:lnSpc>
              <a:spcBef>
                <a:spcPts val="1600"/>
              </a:spcBef>
              <a:spcAft>
                <a:spcPts val="0"/>
              </a:spcAft>
              <a:buClr>
                <a:schemeClr val="dk2"/>
              </a:buClr>
              <a:buSzPts val="1100"/>
              <a:buFont typeface="Nunito"/>
              <a:buChar char="●"/>
              <a:defRPr sz="1100" b="0" i="0" u="none" strike="noStrike" cap="none">
                <a:solidFill>
                  <a:schemeClr val="dk2"/>
                </a:solidFill>
                <a:latin typeface="Nunito"/>
                <a:ea typeface="Nunito"/>
                <a:cs typeface="Nunito"/>
                <a:sym typeface="Nunito"/>
              </a:defRPr>
            </a:lvl4pPr>
            <a:lvl5pPr marL="2286000" marR="0" lvl="4" indent="-292100" algn="l" rtl="0">
              <a:lnSpc>
                <a:spcPct val="115000"/>
              </a:lnSpc>
              <a:spcBef>
                <a:spcPts val="1600"/>
              </a:spcBef>
              <a:spcAft>
                <a:spcPts val="0"/>
              </a:spcAft>
              <a:buClr>
                <a:schemeClr val="dk2"/>
              </a:buClr>
              <a:buSzPts val="1000"/>
              <a:buFont typeface="Nunito"/>
              <a:buChar char="○"/>
              <a:defRPr sz="1000" b="0" i="0" u="none" strike="noStrike" cap="none">
                <a:solidFill>
                  <a:schemeClr val="dk2"/>
                </a:solidFill>
                <a:latin typeface="Nunito"/>
                <a:ea typeface="Nunito"/>
                <a:cs typeface="Nunito"/>
                <a:sym typeface="Nunito"/>
              </a:defRPr>
            </a:lvl5pPr>
            <a:lvl6pPr marL="2743200" marR="0" lvl="5" indent="-285750" algn="l" rtl="0">
              <a:lnSpc>
                <a:spcPct val="115000"/>
              </a:lnSpc>
              <a:spcBef>
                <a:spcPts val="1600"/>
              </a:spcBef>
              <a:spcAft>
                <a:spcPts val="0"/>
              </a:spcAft>
              <a:buClr>
                <a:schemeClr val="dk2"/>
              </a:buClr>
              <a:buSzPts val="900"/>
              <a:buFont typeface="Nunito"/>
              <a:buChar char="■"/>
              <a:defRPr sz="900" b="0" i="0" u="none" strike="noStrike" cap="none">
                <a:solidFill>
                  <a:schemeClr val="dk2"/>
                </a:solidFill>
                <a:latin typeface="Nunito"/>
                <a:ea typeface="Nunito"/>
                <a:cs typeface="Nunito"/>
                <a:sym typeface="Nunito"/>
              </a:defRPr>
            </a:lvl6pPr>
            <a:lvl7pPr marL="3200400" marR="0" lvl="6" indent="-279400" algn="l" rtl="0">
              <a:lnSpc>
                <a:spcPct val="115000"/>
              </a:lnSpc>
              <a:spcBef>
                <a:spcPts val="1600"/>
              </a:spcBef>
              <a:spcAft>
                <a:spcPts val="0"/>
              </a:spcAft>
              <a:buClr>
                <a:schemeClr val="dk2"/>
              </a:buClr>
              <a:buSzPts val="800"/>
              <a:buFont typeface="Nunito"/>
              <a:buChar char="●"/>
              <a:defRPr sz="800" b="0" i="0" u="none" strike="noStrike" cap="none">
                <a:solidFill>
                  <a:schemeClr val="dk2"/>
                </a:solidFill>
                <a:latin typeface="Nunito"/>
                <a:ea typeface="Nunito"/>
                <a:cs typeface="Nunito"/>
                <a:sym typeface="Nunito"/>
              </a:defRPr>
            </a:lvl7pPr>
            <a:lvl8pPr marL="3657600" marR="0" lvl="7" indent="-273050" algn="l" rtl="0">
              <a:lnSpc>
                <a:spcPct val="115000"/>
              </a:lnSpc>
              <a:spcBef>
                <a:spcPts val="1600"/>
              </a:spcBef>
              <a:spcAft>
                <a:spcPts val="0"/>
              </a:spcAft>
              <a:buClr>
                <a:schemeClr val="dk2"/>
              </a:buClr>
              <a:buSzPts val="700"/>
              <a:buFont typeface="Nunito"/>
              <a:buChar char="○"/>
              <a:defRPr sz="700" b="0" i="0" u="none" strike="noStrike" cap="none">
                <a:solidFill>
                  <a:schemeClr val="dk2"/>
                </a:solidFill>
                <a:latin typeface="Nunito"/>
                <a:ea typeface="Nunito"/>
                <a:cs typeface="Nunito"/>
                <a:sym typeface="Nunito"/>
              </a:defRPr>
            </a:lvl8pPr>
            <a:lvl9pPr marL="4114800" marR="0" lvl="8" indent="-266700" algn="l" rtl="0">
              <a:lnSpc>
                <a:spcPct val="115000"/>
              </a:lnSpc>
              <a:spcBef>
                <a:spcPts val="1600"/>
              </a:spcBef>
              <a:spcAft>
                <a:spcPts val="1600"/>
              </a:spcAft>
              <a:buClr>
                <a:schemeClr val="dk2"/>
              </a:buClr>
              <a:buSzPts val="600"/>
              <a:buFont typeface="Nunito"/>
              <a:buChar char="■"/>
              <a:defRPr sz="600" b="0" i="0" u="none" strike="noStrike" cap="none">
                <a:solidFill>
                  <a:schemeClr val="dk2"/>
                </a:solidFill>
                <a:latin typeface="Nunito"/>
                <a:ea typeface="Nunito"/>
                <a:cs typeface="Nunito"/>
                <a:sym typeface="Nunito"/>
              </a:defRPr>
            </a:lvl9pPr>
          </a:lstStyle>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DELINQ</a:t>
            </a:r>
            <a:r>
              <a:rPr lang="en-US" sz="1200" dirty="0">
                <a:solidFill>
                  <a:schemeClr val="dk1"/>
                </a:solidFill>
                <a:latin typeface="Nunito" pitchFamily="2" charset="0"/>
                <a:ea typeface="Century Gothic"/>
                <a:cs typeface="Century Gothic"/>
                <a:sym typeface="Century Gothic"/>
              </a:rPr>
              <a:t> – Box collapsed at 0 </a:t>
            </a:r>
          </a:p>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CLAGE</a:t>
            </a:r>
            <a:r>
              <a:rPr lang="en-US" sz="1200" dirty="0">
                <a:solidFill>
                  <a:schemeClr val="dk1"/>
                </a:solidFill>
                <a:latin typeface="Nunito" pitchFamily="2" charset="0"/>
                <a:ea typeface="Century Gothic"/>
                <a:cs typeface="Century Gothic"/>
                <a:sym typeface="Century Gothic"/>
              </a:rPr>
              <a:t> – Tight </a:t>
            </a:r>
            <a:r>
              <a:rPr lang="en-US" sz="1200" b="1" dirty="0">
                <a:solidFill>
                  <a:schemeClr val="dk1"/>
                </a:solidFill>
                <a:latin typeface="Nunito" pitchFamily="2" charset="0"/>
                <a:ea typeface="Century Gothic"/>
                <a:cs typeface="Century Gothic"/>
                <a:sym typeface="Century Gothic"/>
              </a:rPr>
              <a:t>IQR</a:t>
            </a:r>
            <a:r>
              <a:rPr lang="en-US" sz="1200" dirty="0">
                <a:solidFill>
                  <a:schemeClr val="dk1"/>
                </a:solidFill>
                <a:latin typeface="Nunito" pitchFamily="2" charset="0"/>
                <a:ea typeface="Century Gothic"/>
                <a:cs typeface="Century Gothic"/>
                <a:sym typeface="Century Gothic"/>
              </a:rPr>
              <a:t>, fewer outliers</a:t>
            </a:r>
          </a:p>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NINQ</a:t>
            </a:r>
            <a:r>
              <a:rPr lang="en-US" sz="1200" dirty="0">
                <a:solidFill>
                  <a:schemeClr val="dk1"/>
                </a:solidFill>
                <a:latin typeface="Nunito" pitchFamily="2" charset="0"/>
                <a:ea typeface="Century Gothic"/>
                <a:cs typeface="Century Gothic"/>
                <a:sym typeface="Century Gothic"/>
              </a:rPr>
              <a:t> – Tight </a:t>
            </a:r>
            <a:r>
              <a:rPr lang="en-US" sz="1200" b="1" dirty="0">
                <a:solidFill>
                  <a:schemeClr val="dk1"/>
                </a:solidFill>
                <a:latin typeface="Nunito" pitchFamily="2" charset="0"/>
                <a:ea typeface="Century Gothic"/>
                <a:cs typeface="Century Gothic"/>
                <a:sym typeface="Century Gothic"/>
              </a:rPr>
              <a:t>IQR</a:t>
            </a:r>
          </a:p>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CLNO</a:t>
            </a:r>
            <a:r>
              <a:rPr lang="en-US" sz="1200" dirty="0">
                <a:solidFill>
                  <a:schemeClr val="dk1"/>
                </a:solidFill>
                <a:latin typeface="Nunito" pitchFamily="2" charset="0"/>
                <a:ea typeface="Century Gothic"/>
                <a:cs typeface="Century Gothic"/>
                <a:sym typeface="Century Gothic"/>
              </a:rPr>
              <a:t> – </a:t>
            </a:r>
            <a:r>
              <a:rPr lang="en-US" sz="1200" dirty="0"/>
              <a:t>Tight </a:t>
            </a:r>
            <a:r>
              <a:rPr lang="en-US" sz="1200" b="1" dirty="0"/>
              <a:t>IQR, </a:t>
            </a:r>
            <a:r>
              <a:rPr lang="en-US" sz="1200" dirty="0"/>
              <a:t>high outliers</a:t>
            </a:r>
            <a:endParaRPr lang="en-US" sz="1200" b="1" dirty="0">
              <a:solidFill>
                <a:schemeClr val="dk1"/>
              </a:solidFill>
              <a:latin typeface="Nunito" pitchFamily="2" charset="0"/>
              <a:ea typeface="Century Gothic"/>
              <a:cs typeface="Century Gothic"/>
              <a:sym typeface="Century Gothic"/>
            </a:endParaRPr>
          </a:p>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DEBTINC</a:t>
            </a:r>
            <a:r>
              <a:rPr lang="en-US" sz="1200" dirty="0">
                <a:solidFill>
                  <a:schemeClr val="dk1"/>
                </a:solidFill>
                <a:latin typeface="Nunito" pitchFamily="2" charset="0"/>
                <a:ea typeface="Century Gothic"/>
                <a:cs typeface="Century Gothic"/>
                <a:sym typeface="Century Gothic"/>
              </a:rPr>
              <a:t> – Tight </a:t>
            </a:r>
            <a:r>
              <a:rPr lang="en-US" sz="1200" b="1" dirty="0">
                <a:solidFill>
                  <a:schemeClr val="dk1"/>
                </a:solidFill>
                <a:latin typeface="Nunito" pitchFamily="2" charset="0"/>
                <a:ea typeface="Century Gothic"/>
                <a:cs typeface="Century Gothic"/>
                <a:sym typeface="Century Gothic"/>
              </a:rPr>
              <a:t>IQR</a:t>
            </a:r>
            <a:r>
              <a:rPr lang="en-US" sz="1200" dirty="0">
                <a:solidFill>
                  <a:schemeClr val="dk1"/>
                </a:solidFill>
                <a:latin typeface="Nunito" pitchFamily="2" charset="0"/>
                <a:ea typeface="Century Gothic"/>
                <a:cs typeface="Century Gothic"/>
                <a:sym typeface="Century Gothic"/>
              </a:rPr>
              <a:t>, +/- outliers exist</a:t>
            </a:r>
          </a:p>
          <a:p>
            <a:pPr marL="0" indent="0" algn="just">
              <a:spcBef>
                <a:spcPts val="400"/>
              </a:spcBef>
              <a:buClr>
                <a:schemeClr val="dk1"/>
              </a:buClr>
              <a:buSzPts val="1400"/>
              <a:buFont typeface="Nunito"/>
              <a:buNone/>
            </a:pPr>
            <a:endParaRPr lang="en-US" sz="1200" dirty="0">
              <a:solidFill>
                <a:schemeClr val="dk1"/>
              </a:solidFill>
              <a:latin typeface="Nunito" pitchFamily="2" charset="0"/>
              <a:ea typeface="Century Gothic"/>
              <a:cs typeface="Century Gothic"/>
              <a:sym typeface="Century Gothic"/>
            </a:endParaRPr>
          </a:p>
        </p:txBody>
      </p:sp>
    </p:spTree>
    <p:extLst>
      <p:ext uri="{BB962C8B-B14F-4D97-AF65-F5344CB8AC3E}">
        <p14:creationId xmlns:p14="http://schemas.microsoft.com/office/powerpoint/2010/main" val="208889420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87">
          <a:extLst>
            <a:ext uri="{FF2B5EF4-FFF2-40B4-BE49-F238E27FC236}">
              <a16:creationId xmlns:a16="http://schemas.microsoft.com/office/drawing/2014/main" id="{22F38413-F87B-FFA6-0694-E490DCAB68CA}"/>
            </a:ext>
          </a:extLst>
        </p:cNvPr>
        <p:cNvGrpSpPr/>
        <p:nvPr/>
      </p:nvGrpSpPr>
      <p:grpSpPr>
        <a:xfrm>
          <a:off x="0" y="0"/>
          <a:ext cx="0" cy="0"/>
          <a:chOff x="0" y="0"/>
          <a:chExt cx="0" cy="0"/>
        </a:xfrm>
      </p:grpSpPr>
      <p:sp>
        <p:nvSpPr>
          <p:cNvPr id="188" name="Google Shape;188;p40">
            <a:extLst>
              <a:ext uri="{FF2B5EF4-FFF2-40B4-BE49-F238E27FC236}">
                <a16:creationId xmlns:a16="http://schemas.microsoft.com/office/drawing/2014/main" id="{AB7C7CDD-63F6-5FF0-8253-67E0D7589DE6}"/>
              </a:ext>
            </a:extLst>
          </p:cNvPr>
          <p:cNvSpPr txBox="1"/>
          <p:nvPr/>
        </p:nvSpPr>
        <p:spPr>
          <a:xfrm>
            <a:off x="468977" y="92417"/>
            <a:ext cx="8520600" cy="5727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2200"/>
              <a:buFont typeface="Arial"/>
              <a:buNone/>
            </a:pPr>
            <a:r>
              <a:rPr lang="en-US" sz="2200" b="1" i="0" u="none" strike="noStrike" cap="none" dirty="0">
                <a:solidFill>
                  <a:schemeClr val="lt2"/>
                </a:solidFill>
                <a:latin typeface="Century Gothic"/>
                <a:ea typeface="Century Gothic"/>
                <a:cs typeface="Century Gothic"/>
                <a:sym typeface="Century Gothic"/>
              </a:rPr>
              <a:t>Initial Exploratory Data Analysis (EDA)</a:t>
            </a:r>
            <a:endParaRPr sz="2200" b="1" i="0" u="none" strike="noStrike" cap="none" dirty="0">
              <a:solidFill>
                <a:schemeClr val="lt2"/>
              </a:solidFill>
              <a:latin typeface="Century Gothic"/>
              <a:ea typeface="Century Gothic"/>
              <a:cs typeface="Century Gothic"/>
              <a:sym typeface="Century Gothic"/>
            </a:endParaRPr>
          </a:p>
        </p:txBody>
      </p:sp>
      <p:sp>
        <p:nvSpPr>
          <p:cNvPr id="2" name="Slide Number Placeholder 1">
            <a:extLst>
              <a:ext uri="{FF2B5EF4-FFF2-40B4-BE49-F238E27FC236}">
                <a16:creationId xmlns:a16="http://schemas.microsoft.com/office/drawing/2014/main" id="{775E2060-3936-0B42-882C-EAC7DBC78A5F}"/>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21</a:t>
            </a:fld>
            <a:endParaRPr lang="en-US"/>
          </a:p>
        </p:txBody>
      </p:sp>
      <p:pic>
        <p:nvPicPr>
          <p:cNvPr id="7" name="Picture 6" descr="A graph of a bar chart&#10;&#10;AI-generated content may be incorrect.">
            <a:extLst>
              <a:ext uri="{FF2B5EF4-FFF2-40B4-BE49-F238E27FC236}">
                <a16:creationId xmlns:a16="http://schemas.microsoft.com/office/drawing/2014/main" id="{952CFBD5-6C53-8B91-1326-FDABF9CA0963}"/>
              </a:ext>
            </a:extLst>
          </p:cNvPr>
          <p:cNvPicPr>
            <a:picLocks noChangeAspect="1"/>
          </p:cNvPicPr>
          <p:nvPr/>
        </p:nvPicPr>
        <p:blipFill>
          <a:blip r:embed="rId3"/>
          <a:stretch>
            <a:fillRect/>
          </a:stretch>
        </p:blipFill>
        <p:spPr>
          <a:xfrm>
            <a:off x="145963" y="914743"/>
            <a:ext cx="8573359" cy="2206593"/>
          </a:xfrm>
          <a:prstGeom prst="rect">
            <a:avLst/>
          </a:prstGeom>
        </p:spPr>
      </p:pic>
      <p:sp>
        <p:nvSpPr>
          <p:cNvPr id="14" name="Google Shape;190;p40">
            <a:extLst>
              <a:ext uri="{FF2B5EF4-FFF2-40B4-BE49-F238E27FC236}">
                <a16:creationId xmlns:a16="http://schemas.microsoft.com/office/drawing/2014/main" id="{8AE5F60F-91BC-219C-A109-FF2B8B86F1BC}"/>
              </a:ext>
            </a:extLst>
          </p:cNvPr>
          <p:cNvSpPr txBox="1">
            <a:spLocks noGrp="1"/>
          </p:cNvSpPr>
          <p:nvPr>
            <p:ph type="body" idx="1"/>
          </p:nvPr>
        </p:nvSpPr>
        <p:spPr>
          <a:xfrm>
            <a:off x="416217" y="3231384"/>
            <a:ext cx="7889010" cy="1502945"/>
          </a:xfrm>
          <a:prstGeom prst="rect">
            <a:avLst/>
          </a:prstGeom>
          <a:noFill/>
          <a:ln>
            <a:noFill/>
          </a:ln>
        </p:spPr>
        <p:txBody>
          <a:bodyPr spcFirstLastPara="1" wrap="square" lIns="91425" tIns="91425" rIns="91425" bIns="91425" anchor="t" anchorCtr="0">
            <a:spAutoFit/>
          </a:bodyPr>
          <a:lstStyle/>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BAD</a:t>
            </a:r>
            <a:r>
              <a:rPr lang="en-US" sz="1200" dirty="0">
                <a:solidFill>
                  <a:schemeClr val="dk1"/>
                </a:solidFill>
                <a:latin typeface="Nunito" pitchFamily="2" charset="0"/>
                <a:ea typeface="Century Gothic"/>
                <a:cs typeface="Century Gothic"/>
                <a:sym typeface="Century Gothic"/>
              </a:rPr>
              <a:t> – predicted feature label, class imbalance, 80% of loans don’t default</a:t>
            </a:r>
          </a:p>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YOJ</a:t>
            </a:r>
            <a:r>
              <a:rPr lang="en-US" sz="1200" dirty="0">
                <a:solidFill>
                  <a:schemeClr val="dk1"/>
                </a:solidFill>
                <a:latin typeface="Nunito" pitchFamily="2" charset="0"/>
                <a:ea typeface="Century Gothic"/>
                <a:cs typeface="Century Gothic"/>
                <a:sym typeface="Century Gothic"/>
              </a:rPr>
              <a:t> – Right-skewed, declines after 4 years</a:t>
            </a:r>
          </a:p>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DEROG</a:t>
            </a:r>
            <a:r>
              <a:rPr lang="en-US" sz="1200" dirty="0">
                <a:solidFill>
                  <a:schemeClr val="dk1"/>
                </a:solidFill>
                <a:latin typeface="Nunito" pitchFamily="2" charset="0"/>
                <a:ea typeface="Century Gothic"/>
                <a:cs typeface="Century Gothic"/>
                <a:sym typeface="Century Gothic"/>
              </a:rPr>
              <a:t> – Most values are 0 (</a:t>
            </a:r>
            <a:r>
              <a:rPr lang="en-US" sz="1200" b="1" dirty="0">
                <a:solidFill>
                  <a:schemeClr val="dk1"/>
                </a:solidFill>
                <a:latin typeface="Nunito" pitchFamily="2" charset="0"/>
                <a:ea typeface="Century Gothic"/>
                <a:cs typeface="Century Gothic"/>
                <a:sym typeface="Century Gothic"/>
              </a:rPr>
              <a:t>zero-inflated</a:t>
            </a:r>
            <a:r>
              <a:rPr lang="en-US" sz="1200" dirty="0">
                <a:solidFill>
                  <a:schemeClr val="dk1"/>
                </a:solidFill>
                <a:latin typeface="Nunito" pitchFamily="2" charset="0"/>
                <a:ea typeface="Century Gothic"/>
                <a:cs typeface="Century Gothic"/>
                <a:sym typeface="Century Gothic"/>
              </a:rPr>
              <a:t>)</a:t>
            </a:r>
          </a:p>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DELINQ</a:t>
            </a:r>
            <a:r>
              <a:rPr lang="en-US" sz="1200" dirty="0">
                <a:solidFill>
                  <a:schemeClr val="dk1"/>
                </a:solidFill>
                <a:latin typeface="Nunito" pitchFamily="2" charset="0"/>
                <a:ea typeface="Century Gothic"/>
                <a:cs typeface="Century Gothic"/>
                <a:sym typeface="Century Gothic"/>
              </a:rPr>
              <a:t> – Zero-inflated</a:t>
            </a:r>
            <a:r>
              <a:rPr lang="en-US" sz="1200">
                <a:solidFill>
                  <a:schemeClr val="dk1"/>
                </a:solidFill>
                <a:latin typeface="Nunito" pitchFamily="2" charset="0"/>
                <a:ea typeface="Century Gothic"/>
                <a:cs typeface="Century Gothic"/>
                <a:sym typeface="Century Gothic"/>
              </a:rPr>
              <a:t>, Right-skewed</a:t>
            </a:r>
            <a:endParaRPr lang="en-US" sz="1200" dirty="0">
              <a:solidFill>
                <a:schemeClr val="dk1"/>
              </a:solidFill>
              <a:latin typeface="Nunito" pitchFamily="2" charset="0"/>
              <a:ea typeface="Century Gothic"/>
              <a:cs typeface="Century Gothic"/>
              <a:sym typeface="Century Gothic"/>
            </a:endParaRPr>
          </a:p>
          <a:p>
            <a:pPr marL="0" indent="0" algn="just">
              <a:spcBef>
                <a:spcPts val="400"/>
              </a:spcBef>
              <a:buClr>
                <a:schemeClr val="dk1"/>
              </a:buClr>
              <a:buSzPts val="1400"/>
              <a:buNone/>
            </a:pPr>
            <a:endParaRPr lang="en-US" sz="1200" dirty="0">
              <a:solidFill>
                <a:schemeClr val="dk1"/>
              </a:solidFill>
              <a:latin typeface="Nunito" pitchFamily="2" charset="0"/>
              <a:ea typeface="Century Gothic"/>
              <a:cs typeface="Century Gothic"/>
              <a:sym typeface="Century Gothic"/>
            </a:endParaRPr>
          </a:p>
        </p:txBody>
      </p:sp>
    </p:spTree>
    <p:extLst>
      <p:ext uri="{BB962C8B-B14F-4D97-AF65-F5344CB8AC3E}">
        <p14:creationId xmlns:p14="http://schemas.microsoft.com/office/powerpoint/2010/main" val="236406445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87">
          <a:extLst>
            <a:ext uri="{FF2B5EF4-FFF2-40B4-BE49-F238E27FC236}">
              <a16:creationId xmlns:a16="http://schemas.microsoft.com/office/drawing/2014/main" id="{C5FEB714-95C1-6A8E-2AC6-DAB4D0AC2C68}"/>
            </a:ext>
          </a:extLst>
        </p:cNvPr>
        <p:cNvGrpSpPr/>
        <p:nvPr/>
      </p:nvGrpSpPr>
      <p:grpSpPr>
        <a:xfrm>
          <a:off x="0" y="0"/>
          <a:ext cx="0" cy="0"/>
          <a:chOff x="0" y="0"/>
          <a:chExt cx="0" cy="0"/>
        </a:xfrm>
      </p:grpSpPr>
      <p:sp>
        <p:nvSpPr>
          <p:cNvPr id="188" name="Google Shape;188;p40">
            <a:extLst>
              <a:ext uri="{FF2B5EF4-FFF2-40B4-BE49-F238E27FC236}">
                <a16:creationId xmlns:a16="http://schemas.microsoft.com/office/drawing/2014/main" id="{39EE859D-8FCA-10AF-BE57-B84A8B050C79}"/>
              </a:ext>
            </a:extLst>
          </p:cNvPr>
          <p:cNvSpPr txBox="1"/>
          <p:nvPr/>
        </p:nvSpPr>
        <p:spPr>
          <a:xfrm>
            <a:off x="468977" y="92417"/>
            <a:ext cx="8520600" cy="5727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2200"/>
              <a:buFont typeface="Arial"/>
              <a:buNone/>
            </a:pPr>
            <a:r>
              <a:rPr lang="en-US" sz="2200" b="1" i="0" u="none" strike="noStrike" cap="none" dirty="0">
                <a:solidFill>
                  <a:schemeClr val="lt2"/>
                </a:solidFill>
                <a:latin typeface="Century Gothic"/>
                <a:ea typeface="Century Gothic"/>
                <a:cs typeface="Century Gothic"/>
                <a:sym typeface="Century Gothic"/>
              </a:rPr>
              <a:t>Initial Exploratory Data Analysis (EDA)</a:t>
            </a:r>
            <a:endParaRPr sz="2200" b="1" i="0" u="none" strike="noStrike" cap="none" dirty="0">
              <a:solidFill>
                <a:schemeClr val="lt2"/>
              </a:solidFill>
              <a:latin typeface="Century Gothic"/>
              <a:ea typeface="Century Gothic"/>
              <a:cs typeface="Century Gothic"/>
              <a:sym typeface="Century Gothic"/>
            </a:endParaRPr>
          </a:p>
        </p:txBody>
      </p:sp>
      <p:sp>
        <p:nvSpPr>
          <p:cNvPr id="2" name="Slide Number Placeholder 1">
            <a:extLst>
              <a:ext uri="{FF2B5EF4-FFF2-40B4-BE49-F238E27FC236}">
                <a16:creationId xmlns:a16="http://schemas.microsoft.com/office/drawing/2014/main" id="{A6D96CE4-99A5-3976-A8C7-FD80AA615D7B}"/>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22</a:t>
            </a:fld>
            <a:endParaRPr lang="en-US"/>
          </a:p>
        </p:txBody>
      </p:sp>
      <p:sp>
        <p:nvSpPr>
          <p:cNvPr id="14" name="Google Shape;190;p40">
            <a:extLst>
              <a:ext uri="{FF2B5EF4-FFF2-40B4-BE49-F238E27FC236}">
                <a16:creationId xmlns:a16="http://schemas.microsoft.com/office/drawing/2014/main" id="{C51859A5-FA00-2A01-0875-1D0733209E6D}"/>
              </a:ext>
            </a:extLst>
          </p:cNvPr>
          <p:cNvSpPr txBox="1">
            <a:spLocks noGrp="1"/>
          </p:cNvSpPr>
          <p:nvPr>
            <p:ph type="body" idx="1"/>
          </p:nvPr>
        </p:nvSpPr>
        <p:spPr>
          <a:xfrm>
            <a:off x="627495" y="4234948"/>
            <a:ext cx="7889010" cy="711959"/>
          </a:xfrm>
          <a:prstGeom prst="rect">
            <a:avLst/>
          </a:prstGeom>
          <a:noFill/>
          <a:ln>
            <a:noFill/>
          </a:ln>
        </p:spPr>
        <p:txBody>
          <a:bodyPr spcFirstLastPara="1" wrap="square" lIns="91425" tIns="91425" rIns="91425" bIns="91425" anchor="t" anchorCtr="0">
            <a:spAutoFit/>
          </a:bodyPr>
          <a:lstStyle/>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Yeo-Johnson/Box-Cox</a:t>
            </a:r>
            <a:r>
              <a:rPr lang="en-US" sz="1200" dirty="0">
                <a:solidFill>
                  <a:schemeClr val="dk1"/>
                </a:solidFill>
                <a:latin typeface="Nunito" pitchFamily="2" charset="0"/>
                <a:ea typeface="Century Gothic"/>
                <a:cs typeface="Century Gothic"/>
                <a:sym typeface="Century Gothic"/>
              </a:rPr>
              <a:t> – both score best, near normal distribution with </a:t>
            </a:r>
            <a:r>
              <a:rPr lang="en-US" sz="1200" b="1" dirty="0">
                <a:solidFill>
                  <a:schemeClr val="dk1"/>
                </a:solidFill>
                <a:latin typeface="Nunito" pitchFamily="2" charset="0"/>
                <a:ea typeface="Century Gothic"/>
                <a:cs typeface="Century Gothic"/>
                <a:sym typeface="Century Gothic"/>
              </a:rPr>
              <a:t>skew</a:t>
            </a:r>
            <a:r>
              <a:rPr lang="en-US" sz="1200" dirty="0">
                <a:solidFill>
                  <a:schemeClr val="dk1"/>
                </a:solidFill>
                <a:latin typeface="Nunito" pitchFamily="2" charset="0"/>
                <a:ea typeface="Century Gothic"/>
                <a:cs typeface="Century Gothic"/>
                <a:sym typeface="Century Gothic"/>
              </a:rPr>
              <a:t> of 0.01</a:t>
            </a:r>
          </a:p>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Yeo-Johnson</a:t>
            </a:r>
            <a:r>
              <a:rPr lang="en-US" sz="1200" dirty="0">
                <a:solidFill>
                  <a:schemeClr val="dk1"/>
                </a:solidFill>
                <a:latin typeface="Nunito" pitchFamily="2" charset="0"/>
                <a:ea typeface="Century Gothic"/>
                <a:cs typeface="Century Gothic"/>
                <a:sym typeface="Century Gothic"/>
              </a:rPr>
              <a:t> – For consistency, use </a:t>
            </a:r>
            <a:r>
              <a:rPr lang="en-US" sz="1200" b="1" dirty="0">
                <a:solidFill>
                  <a:schemeClr val="dk1"/>
                </a:solidFill>
                <a:latin typeface="Nunito" pitchFamily="2" charset="0"/>
                <a:ea typeface="Century Gothic"/>
                <a:cs typeface="Century Gothic"/>
                <a:sym typeface="Century Gothic"/>
              </a:rPr>
              <a:t>Yeo-Johnson</a:t>
            </a:r>
          </a:p>
        </p:txBody>
      </p:sp>
      <p:pic>
        <p:nvPicPr>
          <p:cNvPr id="8" name="Picture 7" descr="A table with text on it&#10;&#10;AI-generated content may be incorrect.">
            <a:extLst>
              <a:ext uri="{FF2B5EF4-FFF2-40B4-BE49-F238E27FC236}">
                <a16:creationId xmlns:a16="http://schemas.microsoft.com/office/drawing/2014/main" id="{BAF90042-BE2C-CC70-47E5-16A0DE805E9A}"/>
              </a:ext>
            </a:extLst>
          </p:cNvPr>
          <p:cNvPicPr>
            <a:picLocks noChangeAspect="1"/>
          </p:cNvPicPr>
          <p:nvPr/>
        </p:nvPicPr>
        <p:blipFill>
          <a:blip r:embed="rId3"/>
          <a:stretch>
            <a:fillRect/>
          </a:stretch>
        </p:blipFill>
        <p:spPr>
          <a:xfrm>
            <a:off x="3301631" y="2912890"/>
            <a:ext cx="2078981" cy="1215179"/>
          </a:xfrm>
          <a:prstGeom prst="rect">
            <a:avLst/>
          </a:prstGeom>
        </p:spPr>
      </p:pic>
      <p:pic>
        <p:nvPicPr>
          <p:cNvPr id="10" name="Picture 9" descr="A diagram of a normal distribution&#10;&#10;AI-generated content may be incorrect.">
            <a:extLst>
              <a:ext uri="{FF2B5EF4-FFF2-40B4-BE49-F238E27FC236}">
                <a16:creationId xmlns:a16="http://schemas.microsoft.com/office/drawing/2014/main" id="{B456744B-12E6-2BB4-0075-4D8EBFEC8D96}"/>
              </a:ext>
            </a:extLst>
          </p:cNvPr>
          <p:cNvPicPr>
            <a:picLocks noChangeAspect="1"/>
          </p:cNvPicPr>
          <p:nvPr/>
        </p:nvPicPr>
        <p:blipFill>
          <a:blip r:embed="rId4"/>
          <a:stretch>
            <a:fillRect/>
          </a:stretch>
        </p:blipFill>
        <p:spPr>
          <a:xfrm>
            <a:off x="468977" y="665117"/>
            <a:ext cx="7695399" cy="2134452"/>
          </a:xfrm>
          <a:prstGeom prst="rect">
            <a:avLst/>
          </a:prstGeom>
        </p:spPr>
      </p:pic>
    </p:spTree>
    <p:extLst>
      <p:ext uri="{BB962C8B-B14F-4D97-AF65-F5344CB8AC3E}">
        <p14:creationId xmlns:p14="http://schemas.microsoft.com/office/powerpoint/2010/main" val="301566295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187">
          <a:extLst>
            <a:ext uri="{FF2B5EF4-FFF2-40B4-BE49-F238E27FC236}">
              <a16:creationId xmlns:a16="http://schemas.microsoft.com/office/drawing/2014/main" id="{F0A5A0CB-5C2E-13AA-36EB-E1C7BD4DAAE8}"/>
            </a:ext>
          </a:extLst>
        </p:cNvPr>
        <p:cNvGrpSpPr/>
        <p:nvPr/>
      </p:nvGrpSpPr>
      <p:grpSpPr>
        <a:xfrm>
          <a:off x="0" y="0"/>
          <a:ext cx="0" cy="0"/>
          <a:chOff x="0" y="0"/>
          <a:chExt cx="0" cy="0"/>
        </a:xfrm>
      </p:grpSpPr>
      <p:sp>
        <p:nvSpPr>
          <p:cNvPr id="188" name="Google Shape;188;p40">
            <a:extLst>
              <a:ext uri="{FF2B5EF4-FFF2-40B4-BE49-F238E27FC236}">
                <a16:creationId xmlns:a16="http://schemas.microsoft.com/office/drawing/2014/main" id="{3D752DBA-3B58-5591-9AD4-B06FC43B6646}"/>
              </a:ext>
            </a:extLst>
          </p:cNvPr>
          <p:cNvSpPr txBox="1"/>
          <p:nvPr/>
        </p:nvSpPr>
        <p:spPr>
          <a:xfrm>
            <a:off x="468977" y="92417"/>
            <a:ext cx="8520600" cy="5727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2200"/>
              <a:buFont typeface="Arial"/>
              <a:buNone/>
            </a:pPr>
            <a:r>
              <a:rPr lang="en-US" sz="2200" b="1" i="0" u="none" strike="noStrike" cap="none" dirty="0">
                <a:solidFill>
                  <a:schemeClr val="lt2"/>
                </a:solidFill>
                <a:latin typeface="Century Gothic"/>
                <a:ea typeface="Century Gothic"/>
                <a:cs typeface="Century Gothic"/>
                <a:sym typeface="Century Gothic"/>
              </a:rPr>
              <a:t>Initial Exploratory Data Analysis (EDA)</a:t>
            </a:r>
            <a:endParaRPr sz="2200" b="1" i="0" u="none" strike="noStrike" cap="none" dirty="0">
              <a:solidFill>
                <a:schemeClr val="lt2"/>
              </a:solidFill>
              <a:latin typeface="Century Gothic"/>
              <a:ea typeface="Century Gothic"/>
              <a:cs typeface="Century Gothic"/>
              <a:sym typeface="Century Gothic"/>
            </a:endParaRPr>
          </a:p>
        </p:txBody>
      </p:sp>
      <p:sp>
        <p:nvSpPr>
          <p:cNvPr id="2" name="Slide Number Placeholder 1">
            <a:extLst>
              <a:ext uri="{FF2B5EF4-FFF2-40B4-BE49-F238E27FC236}">
                <a16:creationId xmlns:a16="http://schemas.microsoft.com/office/drawing/2014/main" id="{9D83326B-097D-10BD-1604-883EF2A3A364}"/>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23</a:t>
            </a:fld>
            <a:endParaRPr lang="en-US"/>
          </a:p>
        </p:txBody>
      </p:sp>
      <p:sp>
        <p:nvSpPr>
          <p:cNvPr id="14" name="Google Shape;190;p40">
            <a:extLst>
              <a:ext uri="{FF2B5EF4-FFF2-40B4-BE49-F238E27FC236}">
                <a16:creationId xmlns:a16="http://schemas.microsoft.com/office/drawing/2014/main" id="{15BD3489-5CD2-6C8A-A4C9-A76D61259AA5}"/>
              </a:ext>
            </a:extLst>
          </p:cNvPr>
          <p:cNvSpPr txBox="1">
            <a:spLocks noGrp="1"/>
          </p:cNvSpPr>
          <p:nvPr>
            <p:ph type="body" idx="1"/>
          </p:nvPr>
        </p:nvSpPr>
        <p:spPr>
          <a:xfrm>
            <a:off x="627495" y="4234948"/>
            <a:ext cx="7889010" cy="711959"/>
          </a:xfrm>
          <a:prstGeom prst="rect">
            <a:avLst/>
          </a:prstGeom>
          <a:noFill/>
          <a:ln>
            <a:noFill/>
          </a:ln>
        </p:spPr>
        <p:txBody>
          <a:bodyPr spcFirstLastPara="1" wrap="square" lIns="91425" tIns="91425" rIns="91425" bIns="91425" anchor="t" anchorCtr="0">
            <a:spAutoFit/>
          </a:bodyPr>
          <a:lstStyle/>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Yeo-Johnson/Box-Cox</a:t>
            </a:r>
            <a:r>
              <a:rPr lang="en-US" sz="1200" dirty="0">
                <a:solidFill>
                  <a:schemeClr val="dk1"/>
                </a:solidFill>
                <a:latin typeface="Nunito" pitchFamily="2" charset="0"/>
                <a:ea typeface="Century Gothic"/>
                <a:cs typeface="Century Gothic"/>
                <a:sym typeface="Century Gothic"/>
              </a:rPr>
              <a:t> – both score best, near normal distribution with </a:t>
            </a:r>
            <a:r>
              <a:rPr lang="en-US" sz="1200" b="1" dirty="0">
                <a:solidFill>
                  <a:schemeClr val="dk1"/>
                </a:solidFill>
                <a:latin typeface="Nunito" pitchFamily="2" charset="0"/>
                <a:ea typeface="Century Gothic"/>
                <a:cs typeface="Century Gothic"/>
                <a:sym typeface="Century Gothic"/>
              </a:rPr>
              <a:t>skew</a:t>
            </a:r>
            <a:r>
              <a:rPr lang="en-US" sz="1200" dirty="0">
                <a:solidFill>
                  <a:schemeClr val="dk1"/>
                </a:solidFill>
                <a:latin typeface="Nunito" pitchFamily="2" charset="0"/>
                <a:ea typeface="Century Gothic"/>
                <a:cs typeface="Century Gothic"/>
                <a:sym typeface="Century Gothic"/>
              </a:rPr>
              <a:t> of 0.01</a:t>
            </a:r>
          </a:p>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Yeo-Johnson</a:t>
            </a:r>
            <a:r>
              <a:rPr lang="en-US" sz="1200" dirty="0">
                <a:solidFill>
                  <a:schemeClr val="dk1"/>
                </a:solidFill>
                <a:latin typeface="Nunito" pitchFamily="2" charset="0"/>
                <a:ea typeface="Century Gothic"/>
                <a:cs typeface="Century Gothic"/>
                <a:sym typeface="Century Gothic"/>
              </a:rPr>
              <a:t> – For consistency, use </a:t>
            </a:r>
            <a:r>
              <a:rPr lang="en-US" sz="1200" b="1" dirty="0">
                <a:solidFill>
                  <a:schemeClr val="dk1"/>
                </a:solidFill>
                <a:latin typeface="Nunito" pitchFamily="2" charset="0"/>
                <a:ea typeface="Century Gothic"/>
                <a:cs typeface="Century Gothic"/>
                <a:sym typeface="Century Gothic"/>
              </a:rPr>
              <a:t>Yeo-Johnson</a:t>
            </a:r>
          </a:p>
        </p:txBody>
      </p:sp>
      <p:pic>
        <p:nvPicPr>
          <p:cNvPr id="7" name="Picture 6" descr="A table with text on it&#10;&#10;AI-generated content may be incorrect.">
            <a:extLst>
              <a:ext uri="{FF2B5EF4-FFF2-40B4-BE49-F238E27FC236}">
                <a16:creationId xmlns:a16="http://schemas.microsoft.com/office/drawing/2014/main" id="{0CE7D02D-12C7-3380-F282-8CE7AA459D6B}"/>
              </a:ext>
            </a:extLst>
          </p:cNvPr>
          <p:cNvPicPr>
            <a:picLocks noChangeAspect="1"/>
          </p:cNvPicPr>
          <p:nvPr/>
        </p:nvPicPr>
        <p:blipFill>
          <a:blip r:embed="rId3"/>
          <a:stretch>
            <a:fillRect/>
          </a:stretch>
        </p:blipFill>
        <p:spPr>
          <a:xfrm>
            <a:off x="3410504" y="2912890"/>
            <a:ext cx="2322992" cy="1215179"/>
          </a:xfrm>
          <a:prstGeom prst="rect">
            <a:avLst/>
          </a:prstGeom>
        </p:spPr>
      </p:pic>
      <p:pic>
        <p:nvPicPr>
          <p:cNvPr id="10" name="Picture 9" descr="A screenshot of a graph&#10;&#10;AI-generated content may be incorrect.">
            <a:extLst>
              <a:ext uri="{FF2B5EF4-FFF2-40B4-BE49-F238E27FC236}">
                <a16:creationId xmlns:a16="http://schemas.microsoft.com/office/drawing/2014/main" id="{EF56C8C9-BA46-B44D-B3AE-ECA4774093B7}"/>
              </a:ext>
            </a:extLst>
          </p:cNvPr>
          <p:cNvPicPr>
            <a:picLocks noChangeAspect="1"/>
          </p:cNvPicPr>
          <p:nvPr/>
        </p:nvPicPr>
        <p:blipFill>
          <a:blip r:embed="rId4"/>
          <a:stretch>
            <a:fillRect/>
          </a:stretch>
        </p:blipFill>
        <p:spPr>
          <a:xfrm>
            <a:off x="627495" y="661348"/>
            <a:ext cx="7680285" cy="2144664"/>
          </a:xfrm>
          <a:prstGeom prst="rect">
            <a:avLst/>
          </a:prstGeom>
        </p:spPr>
      </p:pic>
    </p:spTree>
    <p:extLst>
      <p:ext uri="{BB962C8B-B14F-4D97-AF65-F5344CB8AC3E}">
        <p14:creationId xmlns:p14="http://schemas.microsoft.com/office/powerpoint/2010/main" val="146884644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87">
          <a:extLst>
            <a:ext uri="{FF2B5EF4-FFF2-40B4-BE49-F238E27FC236}">
              <a16:creationId xmlns:a16="http://schemas.microsoft.com/office/drawing/2014/main" id="{28FA1894-AD34-EFFE-BED9-DB4F626F2B52}"/>
            </a:ext>
          </a:extLst>
        </p:cNvPr>
        <p:cNvGrpSpPr/>
        <p:nvPr/>
      </p:nvGrpSpPr>
      <p:grpSpPr>
        <a:xfrm>
          <a:off x="0" y="0"/>
          <a:ext cx="0" cy="0"/>
          <a:chOff x="0" y="0"/>
          <a:chExt cx="0" cy="0"/>
        </a:xfrm>
      </p:grpSpPr>
      <p:sp>
        <p:nvSpPr>
          <p:cNvPr id="188" name="Google Shape;188;p40">
            <a:extLst>
              <a:ext uri="{FF2B5EF4-FFF2-40B4-BE49-F238E27FC236}">
                <a16:creationId xmlns:a16="http://schemas.microsoft.com/office/drawing/2014/main" id="{4E671323-ABE5-36AF-A1C9-98670E6D82EF}"/>
              </a:ext>
            </a:extLst>
          </p:cNvPr>
          <p:cNvSpPr txBox="1"/>
          <p:nvPr/>
        </p:nvSpPr>
        <p:spPr>
          <a:xfrm>
            <a:off x="468977" y="92417"/>
            <a:ext cx="8520600" cy="5727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2200"/>
              <a:buFont typeface="Arial"/>
              <a:buNone/>
            </a:pPr>
            <a:r>
              <a:rPr lang="en-US" sz="2200" b="1" i="0" u="none" strike="noStrike" cap="none" dirty="0">
                <a:solidFill>
                  <a:schemeClr val="lt2"/>
                </a:solidFill>
                <a:latin typeface="Century Gothic"/>
                <a:ea typeface="Century Gothic"/>
                <a:cs typeface="Century Gothic"/>
                <a:sym typeface="Century Gothic"/>
              </a:rPr>
              <a:t>Initial Exploratory Data Analysis (EDA)</a:t>
            </a:r>
            <a:endParaRPr sz="2200" b="1" i="0" u="none" strike="noStrike" cap="none" dirty="0">
              <a:solidFill>
                <a:schemeClr val="lt2"/>
              </a:solidFill>
              <a:latin typeface="Century Gothic"/>
              <a:ea typeface="Century Gothic"/>
              <a:cs typeface="Century Gothic"/>
              <a:sym typeface="Century Gothic"/>
            </a:endParaRPr>
          </a:p>
        </p:txBody>
      </p:sp>
      <p:sp>
        <p:nvSpPr>
          <p:cNvPr id="2" name="Slide Number Placeholder 1">
            <a:extLst>
              <a:ext uri="{FF2B5EF4-FFF2-40B4-BE49-F238E27FC236}">
                <a16:creationId xmlns:a16="http://schemas.microsoft.com/office/drawing/2014/main" id="{26740705-7B03-8138-8E50-28F171C39852}"/>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24</a:t>
            </a:fld>
            <a:endParaRPr lang="en-US"/>
          </a:p>
        </p:txBody>
      </p:sp>
      <p:sp>
        <p:nvSpPr>
          <p:cNvPr id="14" name="Google Shape;190;p40">
            <a:extLst>
              <a:ext uri="{FF2B5EF4-FFF2-40B4-BE49-F238E27FC236}">
                <a16:creationId xmlns:a16="http://schemas.microsoft.com/office/drawing/2014/main" id="{5552E378-D2CB-205F-4550-C712E0099F19}"/>
              </a:ext>
            </a:extLst>
          </p:cNvPr>
          <p:cNvSpPr txBox="1">
            <a:spLocks noGrp="1"/>
          </p:cNvSpPr>
          <p:nvPr>
            <p:ph type="body" idx="1"/>
          </p:nvPr>
        </p:nvSpPr>
        <p:spPr>
          <a:xfrm>
            <a:off x="627495" y="4234948"/>
            <a:ext cx="7889010" cy="711959"/>
          </a:xfrm>
          <a:prstGeom prst="rect">
            <a:avLst/>
          </a:prstGeom>
          <a:noFill/>
          <a:ln>
            <a:noFill/>
          </a:ln>
        </p:spPr>
        <p:txBody>
          <a:bodyPr spcFirstLastPara="1" wrap="square" lIns="91425" tIns="91425" rIns="91425" bIns="91425" anchor="t" anchorCtr="0">
            <a:spAutoFit/>
          </a:bodyPr>
          <a:lstStyle/>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Yeo-Johnson/Box-Cox</a:t>
            </a:r>
            <a:r>
              <a:rPr lang="en-US" sz="1200" dirty="0">
                <a:solidFill>
                  <a:schemeClr val="dk1"/>
                </a:solidFill>
                <a:latin typeface="Nunito" pitchFamily="2" charset="0"/>
                <a:ea typeface="Century Gothic"/>
                <a:cs typeface="Century Gothic"/>
                <a:sym typeface="Century Gothic"/>
              </a:rPr>
              <a:t> – both score best, near normal distribution with </a:t>
            </a:r>
            <a:r>
              <a:rPr lang="en-US" sz="1200" b="1" dirty="0">
                <a:solidFill>
                  <a:schemeClr val="dk1"/>
                </a:solidFill>
                <a:latin typeface="Nunito" pitchFamily="2" charset="0"/>
                <a:ea typeface="Century Gothic"/>
                <a:cs typeface="Century Gothic"/>
                <a:sym typeface="Century Gothic"/>
              </a:rPr>
              <a:t>skew</a:t>
            </a:r>
            <a:r>
              <a:rPr lang="en-US" sz="1200" dirty="0">
                <a:solidFill>
                  <a:schemeClr val="dk1"/>
                </a:solidFill>
                <a:latin typeface="Nunito" pitchFamily="2" charset="0"/>
                <a:ea typeface="Century Gothic"/>
                <a:cs typeface="Century Gothic"/>
                <a:sym typeface="Century Gothic"/>
              </a:rPr>
              <a:t> of </a:t>
            </a:r>
            <a:r>
              <a:rPr lang="en-US" sz="1200" b="1" dirty="0">
                <a:solidFill>
                  <a:schemeClr val="dk1"/>
                </a:solidFill>
                <a:latin typeface="Nunito" pitchFamily="2" charset="0"/>
                <a:ea typeface="Century Gothic"/>
                <a:cs typeface="Century Gothic"/>
                <a:sym typeface="Century Gothic"/>
              </a:rPr>
              <a:t>0.01</a:t>
            </a:r>
          </a:p>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Yeo-Johnson</a:t>
            </a:r>
            <a:r>
              <a:rPr lang="en-US" sz="1200" dirty="0">
                <a:solidFill>
                  <a:schemeClr val="dk1"/>
                </a:solidFill>
                <a:latin typeface="Nunito" pitchFamily="2" charset="0"/>
                <a:ea typeface="Century Gothic"/>
                <a:cs typeface="Century Gothic"/>
                <a:sym typeface="Century Gothic"/>
              </a:rPr>
              <a:t> – For consistency, use </a:t>
            </a:r>
            <a:r>
              <a:rPr lang="en-US" sz="1200" b="1" dirty="0">
                <a:solidFill>
                  <a:schemeClr val="dk1"/>
                </a:solidFill>
                <a:latin typeface="Nunito" pitchFamily="2" charset="0"/>
                <a:ea typeface="Century Gothic"/>
                <a:cs typeface="Century Gothic"/>
                <a:sym typeface="Century Gothic"/>
              </a:rPr>
              <a:t>Yeo-Johnson</a:t>
            </a:r>
          </a:p>
        </p:txBody>
      </p:sp>
      <p:pic>
        <p:nvPicPr>
          <p:cNvPr id="4" name="Picture 3" descr="A diagram of a normalized curve&#10;&#10;AI-generated content may be incorrect.">
            <a:extLst>
              <a:ext uri="{FF2B5EF4-FFF2-40B4-BE49-F238E27FC236}">
                <a16:creationId xmlns:a16="http://schemas.microsoft.com/office/drawing/2014/main" id="{7942BA3C-DCA0-5D4C-2AA6-67060AEC2AA0}"/>
              </a:ext>
            </a:extLst>
          </p:cNvPr>
          <p:cNvPicPr>
            <a:picLocks noChangeAspect="1"/>
          </p:cNvPicPr>
          <p:nvPr/>
        </p:nvPicPr>
        <p:blipFill>
          <a:blip r:embed="rId3"/>
          <a:stretch>
            <a:fillRect/>
          </a:stretch>
        </p:blipFill>
        <p:spPr>
          <a:xfrm>
            <a:off x="652598" y="631783"/>
            <a:ext cx="7838803" cy="2174228"/>
          </a:xfrm>
          <a:prstGeom prst="rect">
            <a:avLst/>
          </a:prstGeom>
        </p:spPr>
      </p:pic>
      <p:pic>
        <p:nvPicPr>
          <p:cNvPr id="6" name="Picture 5" descr="A table with text on it&#10;&#10;AI-generated content may be incorrect.">
            <a:extLst>
              <a:ext uri="{FF2B5EF4-FFF2-40B4-BE49-F238E27FC236}">
                <a16:creationId xmlns:a16="http://schemas.microsoft.com/office/drawing/2014/main" id="{9B244255-B832-C9AC-686D-E51E0A347ABF}"/>
              </a:ext>
            </a:extLst>
          </p:cNvPr>
          <p:cNvPicPr>
            <a:picLocks noChangeAspect="1"/>
          </p:cNvPicPr>
          <p:nvPr/>
        </p:nvPicPr>
        <p:blipFill>
          <a:blip r:embed="rId4"/>
          <a:stretch>
            <a:fillRect/>
          </a:stretch>
        </p:blipFill>
        <p:spPr>
          <a:xfrm>
            <a:off x="3706221" y="2892728"/>
            <a:ext cx="2198392" cy="1255503"/>
          </a:xfrm>
          <a:prstGeom prst="rect">
            <a:avLst/>
          </a:prstGeom>
        </p:spPr>
      </p:pic>
    </p:spTree>
    <p:extLst>
      <p:ext uri="{BB962C8B-B14F-4D97-AF65-F5344CB8AC3E}">
        <p14:creationId xmlns:p14="http://schemas.microsoft.com/office/powerpoint/2010/main" val="119961897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187">
          <a:extLst>
            <a:ext uri="{FF2B5EF4-FFF2-40B4-BE49-F238E27FC236}">
              <a16:creationId xmlns:a16="http://schemas.microsoft.com/office/drawing/2014/main" id="{A2F11F53-79EF-085C-FAE6-D666EA1E03A5}"/>
            </a:ext>
          </a:extLst>
        </p:cNvPr>
        <p:cNvGrpSpPr/>
        <p:nvPr/>
      </p:nvGrpSpPr>
      <p:grpSpPr>
        <a:xfrm>
          <a:off x="0" y="0"/>
          <a:ext cx="0" cy="0"/>
          <a:chOff x="0" y="0"/>
          <a:chExt cx="0" cy="0"/>
        </a:xfrm>
      </p:grpSpPr>
      <p:sp>
        <p:nvSpPr>
          <p:cNvPr id="188" name="Google Shape;188;p40">
            <a:extLst>
              <a:ext uri="{FF2B5EF4-FFF2-40B4-BE49-F238E27FC236}">
                <a16:creationId xmlns:a16="http://schemas.microsoft.com/office/drawing/2014/main" id="{EB9F5B17-FC30-C298-48EA-DA58DBEDE598}"/>
              </a:ext>
            </a:extLst>
          </p:cNvPr>
          <p:cNvSpPr txBox="1"/>
          <p:nvPr/>
        </p:nvSpPr>
        <p:spPr>
          <a:xfrm>
            <a:off x="468977" y="92417"/>
            <a:ext cx="8520600" cy="5727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2200"/>
              <a:buFont typeface="Arial"/>
              <a:buNone/>
            </a:pPr>
            <a:r>
              <a:rPr lang="en-US" sz="2200" b="1" i="0" u="none" strike="noStrike" cap="none" dirty="0">
                <a:solidFill>
                  <a:schemeClr val="lt2"/>
                </a:solidFill>
                <a:latin typeface="Century Gothic"/>
                <a:ea typeface="Century Gothic"/>
                <a:cs typeface="Century Gothic"/>
                <a:sym typeface="Century Gothic"/>
              </a:rPr>
              <a:t>Initial Exploratory Data Analysis (EDA)</a:t>
            </a:r>
            <a:endParaRPr sz="2200" b="1" i="0" u="none" strike="noStrike" cap="none" dirty="0">
              <a:solidFill>
                <a:schemeClr val="lt2"/>
              </a:solidFill>
              <a:latin typeface="Century Gothic"/>
              <a:ea typeface="Century Gothic"/>
              <a:cs typeface="Century Gothic"/>
              <a:sym typeface="Century Gothic"/>
            </a:endParaRPr>
          </a:p>
        </p:txBody>
      </p:sp>
      <p:sp>
        <p:nvSpPr>
          <p:cNvPr id="2" name="Slide Number Placeholder 1">
            <a:extLst>
              <a:ext uri="{FF2B5EF4-FFF2-40B4-BE49-F238E27FC236}">
                <a16:creationId xmlns:a16="http://schemas.microsoft.com/office/drawing/2014/main" id="{24FDA363-49CA-1147-5D60-9443CD48CD1A}"/>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25</a:t>
            </a:fld>
            <a:endParaRPr lang="en-US"/>
          </a:p>
        </p:txBody>
      </p:sp>
      <p:sp>
        <p:nvSpPr>
          <p:cNvPr id="14" name="Google Shape;190;p40">
            <a:extLst>
              <a:ext uri="{FF2B5EF4-FFF2-40B4-BE49-F238E27FC236}">
                <a16:creationId xmlns:a16="http://schemas.microsoft.com/office/drawing/2014/main" id="{B8961BA6-C299-7291-C55F-F70C2A953535}"/>
              </a:ext>
            </a:extLst>
          </p:cNvPr>
          <p:cNvSpPr txBox="1">
            <a:spLocks noGrp="1"/>
          </p:cNvSpPr>
          <p:nvPr>
            <p:ph type="body" idx="1"/>
          </p:nvPr>
        </p:nvSpPr>
        <p:spPr>
          <a:xfrm>
            <a:off x="733821" y="4440511"/>
            <a:ext cx="7889010" cy="448298"/>
          </a:xfrm>
          <a:prstGeom prst="rect">
            <a:avLst/>
          </a:prstGeom>
          <a:noFill/>
          <a:ln>
            <a:noFill/>
          </a:ln>
        </p:spPr>
        <p:txBody>
          <a:bodyPr spcFirstLastPara="1" wrap="square" lIns="91425" tIns="91425" rIns="91425" bIns="91425" anchor="t" anchorCtr="0">
            <a:spAutoFit/>
          </a:bodyPr>
          <a:lstStyle/>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Yeo-Johnson </a:t>
            </a:r>
            <a:r>
              <a:rPr lang="en-US" sz="1200" dirty="0">
                <a:solidFill>
                  <a:schemeClr val="dk1"/>
                </a:solidFill>
                <a:latin typeface="Nunito" pitchFamily="2" charset="0"/>
                <a:ea typeface="Century Gothic"/>
                <a:cs typeface="Century Gothic"/>
                <a:sym typeface="Century Gothic"/>
              </a:rPr>
              <a:t>– best score best, near normal distribution with </a:t>
            </a:r>
            <a:r>
              <a:rPr lang="en-US" sz="1200" b="1" dirty="0">
                <a:solidFill>
                  <a:schemeClr val="dk1"/>
                </a:solidFill>
                <a:latin typeface="Nunito" pitchFamily="2" charset="0"/>
                <a:ea typeface="Century Gothic"/>
                <a:cs typeface="Century Gothic"/>
                <a:sym typeface="Century Gothic"/>
              </a:rPr>
              <a:t>skew</a:t>
            </a:r>
            <a:r>
              <a:rPr lang="en-US" sz="1200" dirty="0">
                <a:solidFill>
                  <a:schemeClr val="dk1"/>
                </a:solidFill>
                <a:latin typeface="Nunito" pitchFamily="2" charset="0"/>
                <a:ea typeface="Century Gothic"/>
                <a:cs typeface="Century Gothic"/>
                <a:sym typeface="Century Gothic"/>
              </a:rPr>
              <a:t> of </a:t>
            </a:r>
            <a:r>
              <a:rPr lang="en-US" sz="1200" b="1" dirty="0">
                <a:solidFill>
                  <a:schemeClr val="dk1"/>
                </a:solidFill>
                <a:latin typeface="Nunito" pitchFamily="2" charset="0"/>
                <a:ea typeface="Century Gothic"/>
                <a:cs typeface="Century Gothic"/>
                <a:sym typeface="Century Gothic"/>
              </a:rPr>
              <a:t>-0.07</a:t>
            </a:r>
          </a:p>
        </p:txBody>
      </p:sp>
      <p:pic>
        <p:nvPicPr>
          <p:cNvPr id="5" name="Picture 4" descr="A comparison of a normalization diagram&#10;&#10;AI-generated content may be incorrect.">
            <a:extLst>
              <a:ext uri="{FF2B5EF4-FFF2-40B4-BE49-F238E27FC236}">
                <a16:creationId xmlns:a16="http://schemas.microsoft.com/office/drawing/2014/main" id="{5709DA6E-BDA5-392B-390D-9DED8EDB0476}"/>
              </a:ext>
            </a:extLst>
          </p:cNvPr>
          <p:cNvPicPr>
            <a:picLocks noChangeAspect="1"/>
          </p:cNvPicPr>
          <p:nvPr/>
        </p:nvPicPr>
        <p:blipFill>
          <a:blip r:embed="rId3"/>
          <a:stretch>
            <a:fillRect/>
          </a:stretch>
        </p:blipFill>
        <p:spPr>
          <a:xfrm>
            <a:off x="733821" y="611885"/>
            <a:ext cx="7375277" cy="2551079"/>
          </a:xfrm>
          <a:prstGeom prst="rect">
            <a:avLst/>
          </a:prstGeom>
        </p:spPr>
      </p:pic>
      <p:pic>
        <p:nvPicPr>
          <p:cNvPr id="8" name="Picture 7" descr="A table with text on it&#10;&#10;AI-generated content may be incorrect.">
            <a:extLst>
              <a:ext uri="{FF2B5EF4-FFF2-40B4-BE49-F238E27FC236}">
                <a16:creationId xmlns:a16="http://schemas.microsoft.com/office/drawing/2014/main" id="{B291F508-3506-9342-7829-EE2D5818C5EF}"/>
              </a:ext>
            </a:extLst>
          </p:cNvPr>
          <p:cNvPicPr>
            <a:picLocks noChangeAspect="1"/>
          </p:cNvPicPr>
          <p:nvPr/>
        </p:nvPicPr>
        <p:blipFill>
          <a:blip r:embed="rId4"/>
          <a:stretch>
            <a:fillRect/>
          </a:stretch>
        </p:blipFill>
        <p:spPr>
          <a:xfrm>
            <a:off x="3549688" y="3116819"/>
            <a:ext cx="2359177" cy="1255502"/>
          </a:xfrm>
          <a:prstGeom prst="rect">
            <a:avLst/>
          </a:prstGeom>
        </p:spPr>
      </p:pic>
    </p:spTree>
    <p:extLst>
      <p:ext uri="{BB962C8B-B14F-4D97-AF65-F5344CB8AC3E}">
        <p14:creationId xmlns:p14="http://schemas.microsoft.com/office/powerpoint/2010/main" val="155155648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187">
          <a:extLst>
            <a:ext uri="{FF2B5EF4-FFF2-40B4-BE49-F238E27FC236}">
              <a16:creationId xmlns:a16="http://schemas.microsoft.com/office/drawing/2014/main" id="{C9522791-8091-E57B-A3A5-7BED2F629B8C}"/>
            </a:ext>
          </a:extLst>
        </p:cNvPr>
        <p:cNvGrpSpPr/>
        <p:nvPr/>
      </p:nvGrpSpPr>
      <p:grpSpPr>
        <a:xfrm>
          <a:off x="0" y="0"/>
          <a:ext cx="0" cy="0"/>
          <a:chOff x="0" y="0"/>
          <a:chExt cx="0" cy="0"/>
        </a:xfrm>
      </p:grpSpPr>
      <p:sp>
        <p:nvSpPr>
          <p:cNvPr id="188" name="Google Shape;188;p40">
            <a:extLst>
              <a:ext uri="{FF2B5EF4-FFF2-40B4-BE49-F238E27FC236}">
                <a16:creationId xmlns:a16="http://schemas.microsoft.com/office/drawing/2014/main" id="{ABA49F80-C41C-F88D-B856-06808071BA0A}"/>
              </a:ext>
            </a:extLst>
          </p:cNvPr>
          <p:cNvSpPr txBox="1"/>
          <p:nvPr/>
        </p:nvSpPr>
        <p:spPr>
          <a:xfrm>
            <a:off x="468977" y="92417"/>
            <a:ext cx="8520600" cy="5727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2200"/>
              <a:buFont typeface="Arial"/>
              <a:buNone/>
            </a:pPr>
            <a:r>
              <a:rPr lang="en-US" sz="2200" b="1" i="0" u="none" strike="noStrike" cap="none" dirty="0">
                <a:solidFill>
                  <a:schemeClr val="lt2"/>
                </a:solidFill>
                <a:latin typeface="Century Gothic"/>
                <a:ea typeface="Century Gothic"/>
                <a:cs typeface="Century Gothic"/>
                <a:sym typeface="Century Gothic"/>
              </a:rPr>
              <a:t>Initial Exploratory Data Analysis (EDA)</a:t>
            </a:r>
            <a:endParaRPr sz="2200" b="1" i="0" u="none" strike="noStrike" cap="none" dirty="0">
              <a:solidFill>
                <a:schemeClr val="lt2"/>
              </a:solidFill>
              <a:latin typeface="Century Gothic"/>
              <a:ea typeface="Century Gothic"/>
              <a:cs typeface="Century Gothic"/>
              <a:sym typeface="Century Gothic"/>
            </a:endParaRPr>
          </a:p>
        </p:txBody>
      </p:sp>
      <p:sp>
        <p:nvSpPr>
          <p:cNvPr id="2" name="Slide Number Placeholder 1">
            <a:extLst>
              <a:ext uri="{FF2B5EF4-FFF2-40B4-BE49-F238E27FC236}">
                <a16:creationId xmlns:a16="http://schemas.microsoft.com/office/drawing/2014/main" id="{1B8591A4-96CA-E862-D622-6F95ACC9BFD1}"/>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26</a:t>
            </a:fld>
            <a:endParaRPr lang="en-US"/>
          </a:p>
        </p:txBody>
      </p:sp>
      <p:sp>
        <p:nvSpPr>
          <p:cNvPr id="14" name="Google Shape;190;p40">
            <a:extLst>
              <a:ext uri="{FF2B5EF4-FFF2-40B4-BE49-F238E27FC236}">
                <a16:creationId xmlns:a16="http://schemas.microsoft.com/office/drawing/2014/main" id="{E4CEA280-F53F-D7D0-11F8-047055C98873}"/>
              </a:ext>
            </a:extLst>
          </p:cNvPr>
          <p:cNvSpPr txBox="1">
            <a:spLocks noGrp="1"/>
          </p:cNvSpPr>
          <p:nvPr>
            <p:ph type="body" idx="1"/>
          </p:nvPr>
        </p:nvSpPr>
        <p:spPr>
          <a:xfrm>
            <a:off x="627495" y="4234948"/>
            <a:ext cx="7889010" cy="448298"/>
          </a:xfrm>
          <a:prstGeom prst="rect">
            <a:avLst/>
          </a:prstGeom>
          <a:noFill/>
          <a:ln>
            <a:noFill/>
          </a:ln>
        </p:spPr>
        <p:txBody>
          <a:bodyPr spcFirstLastPara="1" wrap="square" lIns="91425" tIns="91425" rIns="91425" bIns="91425" anchor="t" anchorCtr="0">
            <a:spAutoFit/>
          </a:bodyPr>
          <a:lstStyle/>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Yeo-Johnson</a:t>
            </a:r>
            <a:r>
              <a:rPr lang="en-US" sz="1200" dirty="0">
                <a:solidFill>
                  <a:schemeClr val="dk1"/>
                </a:solidFill>
                <a:latin typeface="Nunito" pitchFamily="2" charset="0"/>
                <a:ea typeface="Century Gothic"/>
                <a:cs typeface="Century Gothic"/>
                <a:sym typeface="Century Gothic"/>
              </a:rPr>
              <a:t> – both score best with </a:t>
            </a:r>
            <a:r>
              <a:rPr lang="en-US" sz="1200" b="1" dirty="0">
                <a:solidFill>
                  <a:schemeClr val="dk1"/>
                </a:solidFill>
                <a:latin typeface="Nunito" pitchFamily="2" charset="0"/>
                <a:ea typeface="Century Gothic"/>
                <a:cs typeface="Century Gothic"/>
                <a:sym typeface="Century Gothic"/>
              </a:rPr>
              <a:t>skew</a:t>
            </a:r>
            <a:r>
              <a:rPr lang="en-US" sz="1200" dirty="0">
                <a:solidFill>
                  <a:schemeClr val="dk1"/>
                </a:solidFill>
                <a:latin typeface="Nunito" pitchFamily="2" charset="0"/>
                <a:ea typeface="Century Gothic"/>
                <a:cs typeface="Century Gothic"/>
                <a:sym typeface="Century Gothic"/>
              </a:rPr>
              <a:t> of </a:t>
            </a:r>
            <a:r>
              <a:rPr lang="en-US" sz="1200" b="1" dirty="0">
                <a:solidFill>
                  <a:schemeClr val="dk1"/>
                </a:solidFill>
                <a:latin typeface="Nunito" pitchFamily="2" charset="0"/>
                <a:ea typeface="Century Gothic"/>
                <a:cs typeface="Century Gothic"/>
                <a:sym typeface="Century Gothic"/>
              </a:rPr>
              <a:t>2.10</a:t>
            </a:r>
          </a:p>
        </p:txBody>
      </p:sp>
      <p:pic>
        <p:nvPicPr>
          <p:cNvPr id="7" name="Picture 6" descr="A comparison of normalization graphs&#10;&#10;AI-generated content may be incorrect.">
            <a:extLst>
              <a:ext uri="{FF2B5EF4-FFF2-40B4-BE49-F238E27FC236}">
                <a16:creationId xmlns:a16="http://schemas.microsoft.com/office/drawing/2014/main" id="{CE26248C-223E-86E3-609C-1A4F8FF457D8}"/>
              </a:ext>
            </a:extLst>
          </p:cNvPr>
          <p:cNvPicPr>
            <a:picLocks noChangeAspect="1"/>
          </p:cNvPicPr>
          <p:nvPr/>
        </p:nvPicPr>
        <p:blipFill>
          <a:blip r:embed="rId3"/>
          <a:stretch>
            <a:fillRect/>
          </a:stretch>
        </p:blipFill>
        <p:spPr>
          <a:xfrm>
            <a:off x="751939" y="595759"/>
            <a:ext cx="7286275" cy="2524523"/>
          </a:xfrm>
          <a:prstGeom prst="rect">
            <a:avLst/>
          </a:prstGeom>
        </p:spPr>
      </p:pic>
      <p:pic>
        <p:nvPicPr>
          <p:cNvPr id="10" name="Picture 9" descr="A table with text on it&#10;&#10;AI-generated content may be incorrect.">
            <a:extLst>
              <a:ext uri="{FF2B5EF4-FFF2-40B4-BE49-F238E27FC236}">
                <a16:creationId xmlns:a16="http://schemas.microsoft.com/office/drawing/2014/main" id="{2F00AF2D-7F67-BDE5-CF28-CA5E5342A0DE}"/>
              </a:ext>
            </a:extLst>
          </p:cNvPr>
          <p:cNvPicPr>
            <a:picLocks noChangeAspect="1"/>
          </p:cNvPicPr>
          <p:nvPr/>
        </p:nvPicPr>
        <p:blipFill>
          <a:blip r:embed="rId4"/>
          <a:stretch>
            <a:fillRect/>
          </a:stretch>
        </p:blipFill>
        <p:spPr>
          <a:xfrm>
            <a:off x="3732734" y="3091929"/>
            <a:ext cx="2448325" cy="1185563"/>
          </a:xfrm>
          <a:prstGeom prst="rect">
            <a:avLst/>
          </a:prstGeom>
        </p:spPr>
      </p:pic>
    </p:spTree>
    <p:extLst>
      <p:ext uri="{BB962C8B-B14F-4D97-AF65-F5344CB8AC3E}">
        <p14:creationId xmlns:p14="http://schemas.microsoft.com/office/powerpoint/2010/main" val="58915393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187">
          <a:extLst>
            <a:ext uri="{FF2B5EF4-FFF2-40B4-BE49-F238E27FC236}">
              <a16:creationId xmlns:a16="http://schemas.microsoft.com/office/drawing/2014/main" id="{E121CD02-5B6F-259B-4C67-28DFD39D11AE}"/>
            </a:ext>
          </a:extLst>
        </p:cNvPr>
        <p:cNvGrpSpPr/>
        <p:nvPr/>
      </p:nvGrpSpPr>
      <p:grpSpPr>
        <a:xfrm>
          <a:off x="0" y="0"/>
          <a:ext cx="0" cy="0"/>
          <a:chOff x="0" y="0"/>
          <a:chExt cx="0" cy="0"/>
        </a:xfrm>
      </p:grpSpPr>
      <p:sp>
        <p:nvSpPr>
          <p:cNvPr id="188" name="Google Shape;188;p40">
            <a:extLst>
              <a:ext uri="{FF2B5EF4-FFF2-40B4-BE49-F238E27FC236}">
                <a16:creationId xmlns:a16="http://schemas.microsoft.com/office/drawing/2014/main" id="{B3D7D1D2-93B1-6E05-0D26-DDCF40499B22}"/>
              </a:ext>
            </a:extLst>
          </p:cNvPr>
          <p:cNvSpPr txBox="1"/>
          <p:nvPr/>
        </p:nvSpPr>
        <p:spPr>
          <a:xfrm>
            <a:off x="468977" y="92417"/>
            <a:ext cx="8520600" cy="5727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2200"/>
              <a:buFont typeface="Arial"/>
              <a:buNone/>
            </a:pPr>
            <a:r>
              <a:rPr lang="en-US" sz="2200" b="1" i="0" u="none" strike="noStrike" cap="none" dirty="0">
                <a:solidFill>
                  <a:schemeClr val="lt2"/>
                </a:solidFill>
                <a:latin typeface="Century Gothic"/>
                <a:ea typeface="Century Gothic"/>
                <a:cs typeface="Century Gothic"/>
                <a:sym typeface="Century Gothic"/>
              </a:rPr>
              <a:t>Initial Exploratory Data Analysis (EDA)</a:t>
            </a:r>
            <a:endParaRPr sz="2200" b="1" i="0" u="none" strike="noStrike" cap="none" dirty="0">
              <a:solidFill>
                <a:schemeClr val="lt2"/>
              </a:solidFill>
              <a:latin typeface="Century Gothic"/>
              <a:ea typeface="Century Gothic"/>
              <a:cs typeface="Century Gothic"/>
              <a:sym typeface="Century Gothic"/>
            </a:endParaRPr>
          </a:p>
        </p:txBody>
      </p:sp>
      <p:sp>
        <p:nvSpPr>
          <p:cNvPr id="2" name="Slide Number Placeholder 1">
            <a:extLst>
              <a:ext uri="{FF2B5EF4-FFF2-40B4-BE49-F238E27FC236}">
                <a16:creationId xmlns:a16="http://schemas.microsoft.com/office/drawing/2014/main" id="{0665D184-259E-C6EB-F11E-331FAA0CCB79}"/>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27</a:t>
            </a:fld>
            <a:endParaRPr lang="en-US"/>
          </a:p>
        </p:txBody>
      </p:sp>
      <p:sp>
        <p:nvSpPr>
          <p:cNvPr id="14" name="Google Shape;190;p40">
            <a:extLst>
              <a:ext uri="{FF2B5EF4-FFF2-40B4-BE49-F238E27FC236}">
                <a16:creationId xmlns:a16="http://schemas.microsoft.com/office/drawing/2014/main" id="{9A7DE04B-DD66-C5A5-D6E3-2F28CA11FA51}"/>
              </a:ext>
            </a:extLst>
          </p:cNvPr>
          <p:cNvSpPr txBox="1">
            <a:spLocks noGrp="1"/>
          </p:cNvSpPr>
          <p:nvPr>
            <p:ph type="body" idx="1"/>
          </p:nvPr>
        </p:nvSpPr>
        <p:spPr>
          <a:xfrm>
            <a:off x="627495" y="4234948"/>
            <a:ext cx="7889010" cy="448298"/>
          </a:xfrm>
          <a:prstGeom prst="rect">
            <a:avLst/>
          </a:prstGeom>
          <a:noFill/>
          <a:ln>
            <a:noFill/>
          </a:ln>
        </p:spPr>
        <p:txBody>
          <a:bodyPr spcFirstLastPara="1" wrap="square" lIns="91425" tIns="91425" rIns="91425" bIns="91425" anchor="t" anchorCtr="0">
            <a:spAutoFit/>
          </a:bodyPr>
          <a:lstStyle/>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Yeo-Johnson</a:t>
            </a:r>
            <a:r>
              <a:rPr lang="en-US" sz="1200" dirty="0">
                <a:solidFill>
                  <a:schemeClr val="dk1"/>
                </a:solidFill>
                <a:latin typeface="Nunito" pitchFamily="2" charset="0"/>
                <a:ea typeface="Century Gothic"/>
                <a:cs typeface="Century Gothic"/>
                <a:sym typeface="Century Gothic"/>
              </a:rPr>
              <a:t> – both score best with </a:t>
            </a:r>
            <a:r>
              <a:rPr lang="en-US" sz="1200" b="1" dirty="0">
                <a:solidFill>
                  <a:schemeClr val="dk1"/>
                </a:solidFill>
                <a:latin typeface="Nunito" pitchFamily="2" charset="0"/>
                <a:ea typeface="Century Gothic"/>
                <a:cs typeface="Century Gothic"/>
                <a:sym typeface="Century Gothic"/>
              </a:rPr>
              <a:t>skew</a:t>
            </a:r>
            <a:r>
              <a:rPr lang="en-US" sz="1200" dirty="0">
                <a:solidFill>
                  <a:schemeClr val="dk1"/>
                </a:solidFill>
                <a:latin typeface="Nunito" pitchFamily="2" charset="0"/>
                <a:ea typeface="Century Gothic"/>
                <a:cs typeface="Century Gothic"/>
                <a:sym typeface="Century Gothic"/>
              </a:rPr>
              <a:t> of </a:t>
            </a:r>
            <a:r>
              <a:rPr lang="en-US" sz="1200" b="1" dirty="0">
                <a:solidFill>
                  <a:schemeClr val="dk1"/>
                </a:solidFill>
                <a:latin typeface="Nunito" pitchFamily="2" charset="0"/>
                <a:ea typeface="Century Gothic"/>
                <a:cs typeface="Century Gothic"/>
                <a:sym typeface="Century Gothic"/>
              </a:rPr>
              <a:t>1.33</a:t>
            </a:r>
          </a:p>
        </p:txBody>
      </p:sp>
      <p:pic>
        <p:nvPicPr>
          <p:cNvPr id="4" name="Picture 3" descr="A comparison of a normalization comparison&#10;&#10;AI-generated content may be incorrect.">
            <a:extLst>
              <a:ext uri="{FF2B5EF4-FFF2-40B4-BE49-F238E27FC236}">
                <a16:creationId xmlns:a16="http://schemas.microsoft.com/office/drawing/2014/main" id="{CB3CD514-388A-1AF9-2EF8-697E5FB74F89}"/>
              </a:ext>
            </a:extLst>
          </p:cNvPr>
          <p:cNvPicPr>
            <a:picLocks noChangeAspect="1"/>
          </p:cNvPicPr>
          <p:nvPr/>
        </p:nvPicPr>
        <p:blipFill>
          <a:blip r:embed="rId3"/>
          <a:stretch>
            <a:fillRect/>
          </a:stretch>
        </p:blipFill>
        <p:spPr>
          <a:xfrm>
            <a:off x="844088" y="607814"/>
            <a:ext cx="7286275" cy="2526643"/>
          </a:xfrm>
          <a:prstGeom prst="rect">
            <a:avLst/>
          </a:prstGeom>
        </p:spPr>
      </p:pic>
      <p:pic>
        <p:nvPicPr>
          <p:cNvPr id="6" name="Picture 5" descr="A table with text on it&#10;&#10;AI-generated content may be incorrect.">
            <a:extLst>
              <a:ext uri="{FF2B5EF4-FFF2-40B4-BE49-F238E27FC236}">
                <a16:creationId xmlns:a16="http://schemas.microsoft.com/office/drawing/2014/main" id="{988E3352-1F85-DF8B-D3D3-F43257602263}"/>
              </a:ext>
            </a:extLst>
          </p:cNvPr>
          <p:cNvPicPr>
            <a:picLocks noChangeAspect="1"/>
          </p:cNvPicPr>
          <p:nvPr/>
        </p:nvPicPr>
        <p:blipFill>
          <a:blip r:embed="rId4"/>
          <a:stretch>
            <a:fillRect/>
          </a:stretch>
        </p:blipFill>
        <p:spPr>
          <a:xfrm>
            <a:off x="3472253" y="3099017"/>
            <a:ext cx="2514047" cy="1203831"/>
          </a:xfrm>
          <a:prstGeom prst="rect">
            <a:avLst/>
          </a:prstGeom>
        </p:spPr>
      </p:pic>
    </p:spTree>
    <p:extLst>
      <p:ext uri="{BB962C8B-B14F-4D97-AF65-F5344CB8AC3E}">
        <p14:creationId xmlns:p14="http://schemas.microsoft.com/office/powerpoint/2010/main" val="65277965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187">
          <a:extLst>
            <a:ext uri="{FF2B5EF4-FFF2-40B4-BE49-F238E27FC236}">
              <a16:creationId xmlns:a16="http://schemas.microsoft.com/office/drawing/2014/main" id="{380CC259-A6E6-EBDB-070C-AD1E67E0D2EA}"/>
            </a:ext>
          </a:extLst>
        </p:cNvPr>
        <p:cNvGrpSpPr/>
        <p:nvPr/>
      </p:nvGrpSpPr>
      <p:grpSpPr>
        <a:xfrm>
          <a:off x="0" y="0"/>
          <a:ext cx="0" cy="0"/>
          <a:chOff x="0" y="0"/>
          <a:chExt cx="0" cy="0"/>
        </a:xfrm>
      </p:grpSpPr>
      <p:sp>
        <p:nvSpPr>
          <p:cNvPr id="188" name="Google Shape;188;p40">
            <a:extLst>
              <a:ext uri="{FF2B5EF4-FFF2-40B4-BE49-F238E27FC236}">
                <a16:creationId xmlns:a16="http://schemas.microsoft.com/office/drawing/2014/main" id="{3082F407-4F3E-8BD8-9E93-6D6F559EBB56}"/>
              </a:ext>
            </a:extLst>
          </p:cNvPr>
          <p:cNvSpPr txBox="1"/>
          <p:nvPr/>
        </p:nvSpPr>
        <p:spPr>
          <a:xfrm>
            <a:off x="468977" y="92417"/>
            <a:ext cx="8520600" cy="5727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2200"/>
              <a:buFont typeface="Arial"/>
              <a:buNone/>
            </a:pPr>
            <a:r>
              <a:rPr lang="en-US" sz="2200" b="1" i="0" u="none" strike="noStrike" cap="none" dirty="0">
                <a:solidFill>
                  <a:schemeClr val="lt2"/>
                </a:solidFill>
                <a:latin typeface="Century Gothic"/>
                <a:ea typeface="Century Gothic"/>
                <a:cs typeface="Century Gothic"/>
                <a:sym typeface="Century Gothic"/>
              </a:rPr>
              <a:t>Initial Exploratory Data Analysis (EDA)</a:t>
            </a:r>
            <a:endParaRPr sz="2200" b="1" i="0" u="none" strike="noStrike" cap="none" dirty="0">
              <a:solidFill>
                <a:schemeClr val="lt2"/>
              </a:solidFill>
              <a:latin typeface="Century Gothic"/>
              <a:ea typeface="Century Gothic"/>
              <a:cs typeface="Century Gothic"/>
              <a:sym typeface="Century Gothic"/>
            </a:endParaRPr>
          </a:p>
        </p:txBody>
      </p:sp>
      <p:sp>
        <p:nvSpPr>
          <p:cNvPr id="2" name="Slide Number Placeholder 1">
            <a:extLst>
              <a:ext uri="{FF2B5EF4-FFF2-40B4-BE49-F238E27FC236}">
                <a16:creationId xmlns:a16="http://schemas.microsoft.com/office/drawing/2014/main" id="{6336357D-50C1-6205-6D62-74ADEBBB0051}"/>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28</a:t>
            </a:fld>
            <a:endParaRPr lang="en-US"/>
          </a:p>
        </p:txBody>
      </p:sp>
      <p:sp>
        <p:nvSpPr>
          <p:cNvPr id="14" name="Google Shape;190;p40">
            <a:extLst>
              <a:ext uri="{FF2B5EF4-FFF2-40B4-BE49-F238E27FC236}">
                <a16:creationId xmlns:a16="http://schemas.microsoft.com/office/drawing/2014/main" id="{E87B8466-0214-E54E-B172-CB0D654EEC32}"/>
              </a:ext>
            </a:extLst>
          </p:cNvPr>
          <p:cNvSpPr txBox="1">
            <a:spLocks noGrp="1"/>
          </p:cNvSpPr>
          <p:nvPr>
            <p:ph type="body" idx="1"/>
          </p:nvPr>
        </p:nvSpPr>
        <p:spPr>
          <a:xfrm>
            <a:off x="627495" y="4234948"/>
            <a:ext cx="7889010" cy="448298"/>
          </a:xfrm>
          <a:prstGeom prst="rect">
            <a:avLst/>
          </a:prstGeom>
          <a:noFill/>
          <a:ln>
            <a:noFill/>
          </a:ln>
        </p:spPr>
        <p:txBody>
          <a:bodyPr spcFirstLastPara="1" wrap="square" lIns="91425" tIns="91425" rIns="91425" bIns="91425" anchor="t" anchorCtr="0">
            <a:spAutoFit/>
          </a:bodyPr>
          <a:lstStyle/>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Yeo-Johnson</a:t>
            </a:r>
            <a:r>
              <a:rPr lang="en-US" sz="1200" dirty="0">
                <a:solidFill>
                  <a:schemeClr val="dk1"/>
                </a:solidFill>
                <a:latin typeface="Nunito" pitchFamily="2" charset="0"/>
                <a:ea typeface="Century Gothic"/>
                <a:cs typeface="Century Gothic"/>
                <a:sym typeface="Century Gothic"/>
              </a:rPr>
              <a:t> – best score, near normal distribution with </a:t>
            </a:r>
            <a:r>
              <a:rPr lang="en-US" sz="1200" b="1" dirty="0">
                <a:solidFill>
                  <a:schemeClr val="dk1"/>
                </a:solidFill>
                <a:latin typeface="Nunito" pitchFamily="2" charset="0"/>
                <a:ea typeface="Century Gothic"/>
                <a:cs typeface="Century Gothic"/>
                <a:sym typeface="Century Gothic"/>
              </a:rPr>
              <a:t>skew</a:t>
            </a:r>
            <a:r>
              <a:rPr lang="en-US" sz="1200" dirty="0">
                <a:solidFill>
                  <a:schemeClr val="dk1"/>
                </a:solidFill>
                <a:latin typeface="Nunito" pitchFamily="2" charset="0"/>
                <a:ea typeface="Century Gothic"/>
                <a:cs typeface="Century Gothic"/>
                <a:sym typeface="Century Gothic"/>
              </a:rPr>
              <a:t> of </a:t>
            </a:r>
            <a:r>
              <a:rPr lang="en-US" sz="1200" b="1" dirty="0">
                <a:solidFill>
                  <a:schemeClr val="dk1"/>
                </a:solidFill>
                <a:latin typeface="Nunito" pitchFamily="2" charset="0"/>
                <a:ea typeface="Century Gothic"/>
                <a:cs typeface="Century Gothic"/>
                <a:sym typeface="Century Gothic"/>
              </a:rPr>
              <a:t>0.06</a:t>
            </a:r>
          </a:p>
        </p:txBody>
      </p:sp>
      <p:pic>
        <p:nvPicPr>
          <p:cNvPr id="5" name="Picture 4" descr="A comparison of normalization graphs&#10;&#10;AI-generated content may be incorrect.">
            <a:extLst>
              <a:ext uri="{FF2B5EF4-FFF2-40B4-BE49-F238E27FC236}">
                <a16:creationId xmlns:a16="http://schemas.microsoft.com/office/drawing/2014/main" id="{B2B98606-B867-90B6-280E-593F5F838AB9}"/>
              </a:ext>
            </a:extLst>
          </p:cNvPr>
          <p:cNvPicPr>
            <a:picLocks noChangeAspect="1"/>
          </p:cNvPicPr>
          <p:nvPr/>
        </p:nvPicPr>
        <p:blipFill>
          <a:blip r:embed="rId3"/>
          <a:stretch>
            <a:fillRect/>
          </a:stretch>
        </p:blipFill>
        <p:spPr>
          <a:xfrm>
            <a:off x="780867" y="570112"/>
            <a:ext cx="7413292" cy="2566379"/>
          </a:xfrm>
          <a:prstGeom prst="rect">
            <a:avLst/>
          </a:prstGeom>
        </p:spPr>
      </p:pic>
      <p:pic>
        <p:nvPicPr>
          <p:cNvPr id="8" name="Picture 7" descr="A table with text on it&#10;&#10;AI-generated content may be incorrect.">
            <a:extLst>
              <a:ext uri="{FF2B5EF4-FFF2-40B4-BE49-F238E27FC236}">
                <a16:creationId xmlns:a16="http://schemas.microsoft.com/office/drawing/2014/main" id="{E06279D0-010C-DF7F-CB84-A1ABF91F75EB}"/>
              </a:ext>
            </a:extLst>
          </p:cNvPr>
          <p:cNvPicPr>
            <a:picLocks noChangeAspect="1"/>
          </p:cNvPicPr>
          <p:nvPr/>
        </p:nvPicPr>
        <p:blipFill>
          <a:blip r:embed="rId4"/>
          <a:stretch>
            <a:fillRect/>
          </a:stretch>
        </p:blipFill>
        <p:spPr>
          <a:xfrm>
            <a:off x="3442483" y="3143579"/>
            <a:ext cx="2433778" cy="1194663"/>
          </a:xfrm>
          <a:prstGeom prst="rect">
            <a:avLst/>
          </a:prstGeom>
        </p:spPr>
      </p:pic>
    </p:spTree>
    <p:extLst>
      <p:ext uri="{BB962C8B-B14F-4D97-AF65-F5344CB8AC3E}">
        <p14:creationId xmlns:p14="http://schemas.microsoft.com/office/powerpoint/2010/main" val="1209866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187">
          <a:extLst>
            <a:ext uri="{FF2B5EF4-FFF2-40B4-BE49-F238E27FC236}">
              <a16:creationId xmlns:a16="http://schemas.microsoft.com/office/drawing/2014/main" id="{6D6BC32A-84D2-AB3A-2472-75C1621AF7F0}"/>
            </a:ext>
          </a:extLst>
        </p:cNvPr>
        <p:cNvGrpSpPr/>
        <p:nvPr/>
      </p:nvGrpSpPr>
      <p:grpSpPr>
        <a:xfrm>
          <a:off x="0" y="0"/>
          <a:ext cx="0" cy="0"/>
          <a:chOff x="0" y="0"/>
          <a:chExt cx="0" cy="0"/>
        </a:xfrm>
      </p:grpSpPr>
      <p:sp>
        <p:nvSpPr>
          <p:cNvPr id="188" name="Google Shape;188;p40">
            <a:extLst>
              <a:ext uri="{FF2B5EF4-FFF2-40B4-BE49-F238E27FC236}">
                <a16:creationId xmlns:a16="http://schemas.microsoft.com/office/drawing/2014/main" id="{6E8F4B85-3900-E1EB-8B97-DEC9774171CD}"/>
              </a:ext>
            </a:extLst>
          </p:cNvPr>
          <p:cNvSpPr txBox="1"/>
          <p:nvPr/>
        </p:nvSpPr>
        <p:spPr>
          <a:xfrm>
            <a:off x="468977" y="92417"/>
            <a:ext cx="8520600" cy="5727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2200"/>
              <a:buFont typeface="Arial"/>
              <a:buNone/>
            </a:pPr>
            <a:r>
              <a:rPr lang="en-US" sz="2200" b="1" i="0" u="none" strike="noStrike" cap="none" dirty="0">
                <a:solidFill>
                  <a:schemeClr val="lt2"/>
                </a:solidFill>
                <a:latin typeface="Century Gothic"/>
                <a:ea typeface="Century Gothic"/>
                <a:cs typeface="Century Gothic"/>
                <a:sym typeface="Century Gothic"/>
              </a:rPr>
              <a:t>Initial Exploratory Data Analysis (EDA)</a:t>
            </a:r>
            <a:endParaRPr sz="2200" b="1" i="0" u="none" strike="noStrike" cap="none" dirty="0">
              <a:solidFill>
                <a:schemeClr val="lt2"/>
              </a:solidFill>
              <a:latin typeface="Century Gothic"/>
              <a:ea typeface="Century Gothic"/>
              <a:cs typeface="Century Gothic"/>
              <a:sym typeface="Century Gothic"/>
            </a:endParaRPr>
          </a:p>
        </p:txBody>
      </p:sp>
      <p:sp>
        <p:nvSpPr>
          <p:cNvPr id="2" name="Slide Number Placeholder 1">
            <a:extLst>
              <a:ext uri="{FF2B5EF4-FFF2-40B4-BE49-F238E27FC236}">
                <a16:creationId xmlns:a16="http://schemas.microsoft.com/office/drawing/2014/main" id="{5463E823-8CFD-F764-947F-DA3C7D427D7B}"/>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29</a:t>
            </a:fld>
            <a:endParaRPr lang="en-US"/>
          </a:p>
        </p:txBody>
      </p:sp>
      <p:sp>
        <p:nvSpPr>
          <p:cNvPr id="14" name="Google Shape;190;p40">
            <a:extLst>
              <a:ext uri="{FF2B5EF4-FFF2-40B4-BE49-F238E27FC236}">
                <a16:creationId xmlns:a16="http://schemas.microsoft.com/office/drawing/2014/main" id="{24F4B1B8-C21C-1748-D7B3-9E430C5B2BD1}"/>
              </a:ext>
            </a:extLst>
          </p:cNvPr>
          <p:cNvSpPr txBox="1">
            <a:spLocks noGrp="1"/>
          </p:cNvSpPr>
          <p:nvPr>
            <p:ph type="body" idx="1"/>
          </p:nvPr>
        </p:nvSpPr>
        <p:spPr>
          <a:xfrm>
            <a:off x="627495" y="4234948"/>
            <a:ext cx="7889010" cy="448298"/>
          </a:xfrm>
          <a:prstGeom prst="rect">
            <a:avLst/>
          </a:prstGeom>
          <a:noFill/>
          <a:ln>
            <a:noFill/>
          </a:ln>
        </p:spPr>
        <p:txBody>
          <a:bodyPr spcFirstLastPara="1" wrap="square" lIns="91425" tIns="91425" rIns="91425" bIns="91425" anchor="t" anchorCtr="0">
            <a:spAutoFit/>
          </a:bodyPr>
          <a:lstStyle/>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Yeo-Johnson</a:t>
            </a:r>
            <a:r>
              <a:rPr lang="en-US" sz="1200" dirty="0">
                <a:solidFill>
                  <a:schemeClr val="dk1"/>
                </a:solidFill>
                <a:latin typeface="Nunito" pitchFamily="2" charset="0"/>
                <a:ea typeface="Century Gothic"/>
                <a:cs typeface="Century Gothic"/>
                <a:sym typeface="Century Gothic"/>
              </a:rPr>
              <a:t>– best score with </a:t>
            </a:r>
            <a:r>
              <a:rPr lang="en-US" sz="1200" b="1" dirty="0">
                <a:solidFill>
                  <a:schemeClr val="dk1"/>
                </a:solidFill>
                <a:latin typeface="Nunito" pitchFamily="2" charset="0"/>
                <a:ea typeface="Century Gothic"/>
                <a:cs typeface="Century Gothic"/>
                <a:sym typeface="Century Gothic"/>
              </a:rPr>
              <a:t>skew</a:t>
            </a:r>
            <a:r>
              <a:rPr lang="en-US" sz="1200" dirty="0">
                <a:solidFill>
                  <a:schemeClr val="dk1"/>
                </a:solidFill>
                <a:latin typeface="Nunito" pitchFamily="2" charset="0"/>
                <a:ea typeface="Century Gothic"/>
                <a:cs typeface="Century Gothic"/>
                <a:sym typeface="Century Gothic"/>
              </a:rPr>
              <a:t> of </a:t>
            </a:r>
            <a:r>
              <a:rPr lang="en-US" sz="1200" b="1" dirty="0">
                <a:solidFill>
                  <a:schemeClr val="dk1"/>
                </a:solidFill>
                <a:latin typeface="Nunito" pitchFamily="2" charset="0"/>
                <a:ea typeface="Century Gothic"/>
                <a:cs typeface="Century Gothic"/>
                <a:sym typeface="Century Gothic"/>
              </a:rPr>
              <a:t>0.22</a:t>
            </a:r>
          </a:p>
        </p:txBody>
      </p:sp>
      <p:pic>
        <p:nvPicPr>
          <p:cNvPr id="4" name="Picture 3" descr="A comparison of a normalization comparison&#10;&#10;AI-generated content may be incorrect.">
            <a:extLst>
              <a:ext uri="{FF2B5EF4-FFF2-40B4-BE49-F238E27FC236}">
                <a16:creationId xmlns:a16="http://schemas.microsoft.com/office/drawing/2014/main" id="{974EFC47-2A21-1CD1-DF0C-BBAB21011E47}"/>
              </a:ext>
            </a:extLst>
          </p:cNvPr>
          <p:cNvPicPr>
            <a:picLocks noChangeAspect="1"/>
          </p:cNvPicPr>
          <p:nvPr/>
        </p:nvPicPr>
        <p:blipFill>
          <a:blip r:embed="rId3"/>
          <a:stretch>
            <a:fillRect/>
          </a:stretch>
        </p:blipFill>
        <p:spPr>
          <a:xfrm>
            <a:off x="787964" y="566015"/>
            <a:ext cx="7568071" cy="2619962"/>
          </a:xfrm>
          <a:prstGeom prst="rect">
            <a:avLst/>
          </a:prstGeom>
        </p:spPr>
      </p:pic>
      <p:pic>
        <p:nvPicPr>
          <p:cNvPr id="7" name="Picture 6" descr="A table with text on it&#10;&#10;AI-generated content may be incorrect.">
            <a:extLst>
              <a:ext uri="{FF2B5EF4-FFF2-40B4-BE49-F238E27FC236}">
                <a16:creationId xmlns:a16="http://schemas.microsoft.com/office/drawing/2014/main" id="{DD7E543F-D8C1-4F03-F51A-361EDFAD8D7F}"/>
              </a:ext>
            </a:extLst>
          </p:cNvPr>
          <p:cNvPicPr>
            <a:picLocks noChangeAspect="1"/>
          </p:cNvPicPr>
          <p:nvPr/>
        </p:nvPicPr>
        <p:blipFill>
          <a:blip r:embed="rId4"/>
          <a:stretch>
            <a:fillRect/>
          </a:stretch>
        </p:blipFill>
        <p:spPr>
          <a:xfrm>
            <a:off x="3556924" y="3132906"/>
            <a:ext cx="2287442" cy="1162648"/>
          </a:xfrm>
          <a:prstGeom prst="rect">
            <a:avLst/>
          </a:prstGeom>
        </p:spPr>
      </p:pic>
    </p:spTree>
    <p:extLst>
      <p:ext uri="{BB962C8B-B14F-4D97-AF65-F5344CB8AC3E}">
        <p14:creationId xmlns:p14="http://schemas.microsoft.com/office/powerpoint/2010/main" val="82677281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187">
          <a:extLst>
            <a:ext uri="{FF2B5EF4-FFF2-40B4-BE49-F238E27FC236}">
              <a16:creationId xmlns:a16="http://schemas.microsoft.com/office/drawing/2014/main" id="{47FEDB58-25F6-B6A1-9C31-5AE36EDB6E79}"/>
            </a:ext>
          </a:extLst>
        </p:cNvPr>
        <p:cNvGrpSpPr/>
        <p:nvPr/>
      </p:nvGrpSpPr>
      <p:grpSpPr>
        <a:xfrm>
          <a:off x="0" y="0"/>
          <a:ext cx="0" cy="0"/>
          <a:chOff x="0" y="0"/>
          <a:chExt cx="0" cy="0"/>
        </a:xfrm>
      </p:grpSpPr>
      <p:sp>
        <p:nvSpPr>
          <p:cNvPr id="188" name="Google Shape;188;p40">
            <a:extLst>
              <a:ext uri="{FF2B5EF4-FFF2-40B4-BE49-F238E27FC236}">
                <a16:creationId xmlns:a16="http://schemas.microsoft.com/office/drawing/2014/main" id="{9574ED5D-B102-7495-FC9F-2C11F04F2DA6}"/>
              </a:ext>
            </a:extLst>
          </p:cNvPr>
          <p:cNvSpPr txBox="1"/>
          <p:nvPr/>
        </p:nvSpPr>
        <p:spPr>
          <a:xfrm>
            <a:off x="468977" y="92417"/>
            <a:ext cx="8520600" cy="5727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2200"/>
              <a:buFont typeface="Arial"/>
              <a:buNone/>
            </a:pPr>
            <a:r>
              <a:rPr lang="en-US" sz="2200" b="1" i="0" u="none" strike="noStrike" cap="none" dirty="0">
                <a:solidFill>
                  <a:schemeClr val="lt2"/>
                </a:solidFill>
                <a:latin typeface="Century Gothic"/>
                <a:ea typeface="Century Gothic"/>
                <a:cs typeface="Century Gothic"/>
                <a:sym typeface="Century Gothic"/>
              </a:rPr>
              <a:t>Initial Exploratory Data Analysis (EDA)</a:t>
            </a:r>
            <a:endParaRPr sz="2200" b="1" i="0" u="none" strike="noStrike" cap="none" dirty="0">
              <a:solidFill>
                <a:schemeClr val="lt2"/>
              </a:solidFill>
              <a:latin typeface="Century Gothic"/>
              <a:ea typeface="Century Gothic"/>
              <a:cs typeface="Century Gothic"/>
              <a:sym typeface="Century Gothic"/>
            </a:endParaRPr>
          </a:p>
        </p:txBody>
      </p:sp>
      <p:sp>
        <p:nvSpPr>
          <p:cNvPr id="2" name="Slide Number Placeholder 1">
            <a:extLst>
              <a:ext uri="{FF2B5EF4-FFF2-40B4-BE49-F238E27FC236}">
                <a16:creationId xmlns:a16="http://schemas.microsoft.com/office/drawing/2014/main" id="{AD879DB2-472B-8199-3B16-52AC9CB82287}"/>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30</a:t>
            </a:fld>
            <a:endParaRPr lang="en-US"/>
          </a:p>
        </p:txBody>
      </p:sp>
      <p:sp>
        <p:nvSpPr>
          <p:cNvPr id="14" name="Google Shape;190;p40">
            <a:extLst>
              <a:ext uri="{FF2B5EF4-FFF2-40B4-BE49-F238E27FC236}">
                <a16:creationId xmlns:a16="http://schemas.microsoft.com/office/drawing/2014/main" id="{142D6567-20BA-5AFB-1DBB-C54D45CDE78B}"/>
              </a:ext>
            </a:extLst>
          </p:cNvPr>
          <p:cNvSpPr txBox="1">
            <a:spLocks noGrp="1"/>
          </p:cNvSpPr>
          <p:nvPr>
            <p:ph type="body" idx="1"/>
          </p:nvPr>
        </p:nvSpPr>
        <p:spPr>
          <a:xfrm>
            <a:off x="627494" y="4211568"/>
            <a:ext cx="7889010" cy="448298"/>
          </a:xfrm>
          <a:prstGeom prst="rect">
            <a:avLst/>
          </a:prstGeom>
          <a:noFill/>
          <a:ln>
            <a:noFill/>
          </a:ln>
        </p:spPr>
        <p:txBody>
          <a:bodyPr spcFirstLastPara="1" wrap="square" lIns="91425" tIns="91425" rIns="91425" bIns="91425" anchor="t" anchorCtr="0">
            <a:spAutoFit/>
          </a:bodyPr>
          <a:lstStyle/>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Yeo-Johnson </a:t>
            </a:r>
            <a:r>
              <a:rPr lang="en-US" sz="1200" dirty="0">
                <a:solidFill>
                  <a:schemeClr val="dk1"/>
                </a:solidFill>
                <a:latin typeface="Nunito" pitchFamily="2" charset="0"/>
                <a:ea typeface="Century Gothic"/>
                <a:cs typeface="Century Gothic"/>
                <a:sym typeface="Century Gothic"/>
              </a:rPr>
              <a:t>– best score, near normal distribution with </a:t>
            </a:r>
            <a:r>
              <a:rPr lang="en-US" sz="1200" b="1" dirty="0">
                <a:solidFill>
                  <a:schemeClr val="dk1"/>
                </a:solidFill>
                <a:latin typeface="Nunito" pitchFamily="2" charset="0"/>
                <a:ea typeface="Century Gothic"/>
                <a:cs typeface="Century Gothic"/>
                <a:sym typeface="Century Gothic"/>
              </a:rPr>
              <a:t>skew</a:t>
            </a:r>
            <a:r>
              <a:rPr lang="en-US" sz="1200" dirty="0">
                <a:solidFill>
                  <a:schemeClr val="dk1"/>
                </a:solidFill>
                <a:latin typeface="Nunito" pitchFamily="2" charset="0"/>
                <a:ea typeface="Century Gothic"/>
                <a:cs typeface="Century Gothic"/>
                <a:sym typeface="Century Gothic"/>
              </a:rPr>
              <a:t> of </a:t>
            </a:r>
            <a:r>
              <a:rPr lang="en-US" sz="1200" b="1" dirty="0">
                <a:solidFill>
                  <a:schemeClr val="dk1"/>
                </a:solidFill>
                <a:latin typeface="Nunito" pitchFamily="2" charset="0"/>
                <a:ea typeface="Century Gothic"/>
                <a:cs typeface="Century Gothic"/>
                <a:sym typeface="Century Gothic"/>
              </a:rPr>
              <a:t>0.06</a:t>
            </a:r>
          </a:p>
        </p:txBody>
      </p:sp>
      <p:pic>
        <p:nvPicPr>
          <p:cNvPr id="5" name="Picture 4" descr="A graph of normalization comparison&#10;&#10;AI-generated content may be incorrect.">
            <a:extLst>
              <a:ext uri="{FF2B5EF4-FFF2-40B4-BE49-F238E27FC236}">
                <a16:creationId xmlns:a16="http://schemas.microsoft.com/office/drawing/2014/main" id="{EC952D67-3B43-09F4-AD87-5787DA483E67}"/>
              </a:ext>
            </a:extLst>
          </p:cNvPr>
          <p:cNvPicPr>
            <a:picLocks noChangeAspect="1"/>
          </p:cNvPicPr>
          <p:nvPr/>
        </p:nvPicPr>
        <p:blipFill>
          <a:blip r:embed="rId3"/>
          <a:stretch>
            <a:fillRect/>
          </a:stretch>
        </p:blipFill>
        <p:spPr>
          <a:xfrm>
            <a:off x="787964" y="575952"/>
            <a:ext cx="7568071" cy="2617767"/>
          </a:xfrm>
          <a:prstGeom prst="rect">
            <a:avLst/>
          </a:prstGeom>
        </p:spPr>
      </p:pic>
      <p:pic>
        <p:nvPicPr>
          <p:cNvPr id="8" name="Picture 7" descr="A table with text on it&#10;&#10;AI-generated content may be incorrect.">
            <a:extLst>
              <a:ext uri="{FF2B5EF4-FFF2-40B4-BE49-F238E27FC236}">
                <a16:creationId xmlns:a16="http://schemas.microsoft.com/office/drawing/2014/main" id="{38A50665-62B7-7B2A-8BAB-3682BCA12D40}"/>
              </a:ext>
            </a:extLst>
          </p:cNvPr>
          <p:cNvPicPr>
            <a:picLocks noChangeAspect="1"/>
          </p:cNvPicPr>
          <p:nvPr/>
        </p:nvPicPr>
        <p:blipFill>
          <a:blip r:embed="rId4"/>
          <a:stretch>
            <a:fillRect/>
          </a:stretch>
        </p:blipFill>
        <p:spPr>
          <a:xfrm>
            <a:off x="3616402" y="3131073"/>
            <a:ext cx="2352007" cy="1184266"/>
          </a:xfrm>
          <a:prstGeom prst="rect">
            <a:avLst/>
          </a:prstGeom>
        </p:spPr>
      </p:pic>
    </p:spTree>
    <p:extLst>
      <p:ext uri="{BB962C8B-B14F-4D97-AF65-F5344CB8AC3E}">
        <p14:creationId xmlns:p14="http://schemas.microsoft.com/office/powerpoint/2010/main" val="218176735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187">
          <a:extLst>
            <a:ext uri="{FF2B5EF4-FFF2-40B4-BE49-F238E27FC236}">
              <a16:creationId xmlns:a16="http://schemas.microsoft.com/office/drawing/2014/main" id="{0DD1AA5C-EE1E-86BF-E300-FED3908A8CDE}"/>
            </a:ext>
          </a:extLst>
        </p:cNvPr>
        <p:cNvGrpSpPr/>
        <p:nvPr/>
      </p:nvGrpSpPr>
      <p:grpSpPr>
        <a:xfrm>
          <a:off x="0" y="0"/>
          <a:ext cx="0" cy="0"/>
          <a:chOff x="0" y="0"/>
          <a:chExt cx="0" cy="0"/>
        </a:xfrm>
      </p:grpSpPr>
      <p:sp>
        <p:nvSpPr>
          <p:cNvPr id="188" name="Google Shape;188;p40">
            <a:extLst>
              <a:ext uri="{FF2B5EF4-FFF2-40B4-BE49-F238E27FC236}">
                <a16:creationId xmlns:a16="http://schemas.microsoft.com/office/drawing/2014/main" id="{79B9757B-607B-7683-D2F0-3598596DCE59}"/>
              </a:ext>
            </a:extLst>
          </p:cNvPr>
          <p:cNvSpPr txBox="1"/>
          <p:nvPr/>
        </p:nvSpPr>
        <p:spPr>
          <a:xfrm>
            <a:off x="468977" y="92417"/>
            <a:ext cx="8520600" cy="5727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2200"/>
              <a:buFont typeface="Arial"/>
              <a:buNone/>
            </a:pPr>
            <a:r>
              <a:rPr lang="en-US" sz="2200" b="1" i="0" u="none" strike="noStrike" cap="none" dirty="0">
                <a:solidFill>
                  <a:schemeClr val="lt2"/>
                </a:solidFill>
                <a:latin typeface="Century Gothic"/>
                <a:ea typeface="Century Gothic"/>
                <a:cs typeface="Century Gothic"/>
                <a:sym typeface="Century Gothic"/>
              </a:rPr>
              <a:t>Initial Exploratory Data Analysis (EDA)</a:t>
            </a:r>
            <a:endParaRPr sz="2200" b="1" i="0" u="none" strike="noStrike" cap="none" dirty="0">
              <a:solidFill>
                <a:schemeClr val="lt2"/>
              </a:solidFill>
              <a:latin typeface="Century Gothic"/>
              <a:ea typeface="Century Gothic"/>
              <a:cs typeface="Century Gothic"/>
              <a:sym typeface="Century Gothic"/>
            </a:endParaRPr>
          </a:p>
        </p:txBody>
      </p:sp>
      <p:sp>
        <p:nvSpPr>
          <p:cNvPr id="2" name="Slide Number Placeholder 1">
            <a:extLst>
              <a:ext uri="{FF2B5EF4-FFF2-40B4-BE49-F238E27FC236}">
                <a16:creationId xmlns:a16="http://schemas.microsoft.com/office/drawing/2014/main" id="{3F283655-AEBC-D04B-E80A-A58FD5915490}"/>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31</a:t>
            </a:fld>
            <a:endParaRPr lang="en-US"/>
          </a:p>
        </p:txBody>
      </p:sp>
      <p:sp>
        <p:nvSpPr>
          <p:cNvPr id="14" name="Google Shape;190;p40">
            <a:extLst>
              <a:ext uri="{FF2B5EF4-FFF2-40B4-BE49-F238E27FC236}">
                <a16:creationId xmlns:a16="http://schemas.microsoft.com/office/drawing/2014/main" id="{0E2A9C69-1413-6A3F-C843-4A813846EEED}"/>
              </a:ext>
            </a:extLst>
          </p:cNvPr>
          <p:cNvSpPr txBox="1">
            <a:spLocks noGrp="1"/>
          </p:cNvSpPr>
          <p:nvPr>
            <p:ph type="body" idx="1"/>
          </p:nvPr>
        </p:nvSpPr>
        <p:spPr>
          <a:xfrm>
            <a:off x="627495" y="4234948"/>
            <a:ext cx="7889010" cy="448298"/>
          </a:xfrm>
          <a:prstGeom prst="rect">
            <a:avLst/>
          </a:prstGeom>
          <a:noFill/>
          <a:ln>
            <a:noFill/>
          </a:ln>
        </p:spPr>
        <p:txBody>
          <a:bodyPr spcFirstLastPara="1" wrap="square" lIns="91425" tIns="91425" rIns="91425" bIns="91425" anchor="t" anchorCtr="0">
            <a:spAutoFit/>
          </a:bodyPr>
          <a:lstStyle/>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Yeo-Johnson</a:t>
            </a:r>
            <a:r>
              <a:rPr lang="en-US" sz="1200" dirty="0">
                <a:solidFill>
                  <a:schemeClr val="dk1"/>
                </a:solidFill>
                <a:latin typeface="Nunito" pitchFamily="2" charset="0"/>
                <a:ea typeface="Century Gothic"/>
                <a:cs typeface="Century Gothic"/>
                <a:sym typeface="Century Gothic"/>
              </a:rPr>
              <a:t> – best score with </a:t>
            </a:r>
            <a:r>
              <a:rPr lang="en-US" sz="1200" b="1" dirty="0">
                <a:solidFill>
                  <a:schemeClr val="dk1"/>
                </a:solidFill>
                <a:latin typeface="Nunito" pitchFamily="2" charset="0"/>
                <a:ea typeface="Century Gothic"/>
                <a:cs typeface="Century Gothic"/>
                <a:sym typeface="Century Gothic"/>
              </a:rPr>
              <a:t>skew</a:t>
            </a:r>
            <a:r>
              <a:rPr lang="en-US" sz="1200" dirty="0">
                <a:solidFill>
                  <a:schemeClr val="dk1"/>
                </a:solidFill>
                <a:latin typeface="Nunito" pitchFamily="2" charset="0"/>
                <a:ea typeface="Century Gothic"/>
                <a:cs typeface="Century Gothic"/>
                <a:sym typeface="Century Gothic"/>
              </a:rPr>
              <a:t> of </a:t>
            </a:r>
            <a:r>
              <a:rPr lang="en-US" sz="1200" b="1" dirty="0">
                <a:solidFill>
                  <a:schemeClr val="dk1"/>
                </a:solidFill>
                <a:latin typeface="Nunito" pitchFamily="2" charset="0"/>
                <a:ea typeface="Century Gothic"/>
                <a:cs typeface="Century Gothic"/>
                <a:sym typeface="Century Gothic"/>
              </a:rPr>
              <a:t>0.75</a:t>
            </a:r>
          </a:p>
        </p:txBody>
      </p:sp>
      <p:pic>
        <p:nvPicPr>
          <p:cNvPr id="5" name="Picture 4" descr="A graph of a function&#10;&#10;AI-generated content may be incorrect.">
            <a:extLst>
              <a:ext uri="{FF2B5EF4-FFF2-40B4-BE49-F238E27FC236}">
                <a16:creationId xmlns:a16="http://schemas.microsoft.com/office/drawing/2014/main" id="{87EAECEF-E13E-0FF5-8FD5-E5E903E68BF7}"/>
              </a:ext>
            </a:extLst>
          </p:cNvPr>
          <p:cNvPicPr>
            <a:picLocks noChangeAspect="1"/>
          </p:cNvPicPr>
          <p:nvPr/>
        </p:nvPicPr>
        <p:blipFill>
          <a:blip r:embed="rId3"/>
          <a:stretch>
            <a:fillRect/>
          </a:stretch>
        </p:blipFill>
        <p:spPr>
          <a:xfrm>
            <a:off x="705513" y="618746"/>
            <a:ext cx="8047528" cy="2230623"/>
          </a:xfrm>
          <a:prstGeom prst="rect">
            <a:avLst/>
          </a:prstGeom>
        </p:spPr>
      </p:pic>
      <p:pic>
        <p:nvPicPr>
          <p:cNvPr id="8" name="Picture 7" descr="A table with text on it&#10;&#10;AI-generated content may be incorrect.">
            <a:extLst>
              <a:ext uri="{FF2B5EF4-FFF2-40B4-BE49-F238E27FC236}">
                <a16:creationId xmlns:a16="http://schemas.microsoft.com/office/drawing/2014/main" id="{623CE5EC-2BE8-889A-D827-F7D5C1E3572E}"/>
              </a:ext>
            </a:extLst>
          </p:cNvPr>
          <p:cNvPicPr>
            <a:picLocks noChangeAspect="1"/>
          </p:cNvPicPr>
          <p:nvPr/>
        </p:nvPicPr>
        <p:blipFill>
          <a:blip r:embed="rId4"/>
          <a:stretch>
            <a:fillRect/>
          </a:stretch>
        </p:blipFill>
        <p:spPr>
          <a:xfrm>
            <a:off x="3785189" y="2958948"/>
            <a:ext cx="2367518" cy="1276000"/>
          </a:xfrm>
          <a:prstGeom prst="rect">
            <a:avLst/>
          </a:prstGeom>
        </p:spPr>
      </p:pic>
    </p:spTree>
    <p:extLst>
      <p:ext uri="{BB962C8B-B14F-4D97-AF65-F5344CB8AC3E}">
        <p14:creationId xmlns:p14="http://schemas.microsoft.com/office/powerpoint/2010/main" val="293454896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187">
          <a:extLst>
            <a:ext uri="{FF2B5EF4-FFF2-40B4-BE49-F238E27FC236}">
              <a16:creationId xmlns:a16="http://schemas.microsoft.com/office/drawing/2014/main" id="{9809A8D0-DF4F-253B-8839-5B81753736DD}"/>
            </a:ext>
          </a:extLst>
        </p:cNvPr>
        <p:cNvGrpSpPr/>
        <p:nvPr/>
      </p:nvGrpSpPr>
      <p:grpSpPr>
        <a:xfrm>
          <a:off x="0" y="0"/>
          <a:ext cx="0" cy="0"/>
          <a:chOff x="0" y="0"/>
          <a:chExt cx="0" cy="0"/>
        </a:xfrm>
      </p:grpSpPr>
      <p:sp>
        <p:nvSpPr>
          <p:cNvPr id="188" name="Google Shape;188;p40">
            <a:extLst>
              <a:ext uri="{FF2B5EF4-FFF2-40B4-BE49-F238E27FC236}">
                <a16:creationId xmlns:a16="http://schemas.microsoft.com/office/drawing/2014/main" id="{C9757D56-04BD-69E4-D66B-2B42396DBD3B}"/>
              </a:ext>
            </a:extLst>
          </p:cNvPr>
          <p:cNvSpPr txBox="1"/>
          <p:nvPr/>
        </p:nvSpPr>
        <p:spPr>
          <a:xfrm>
            <a:off x="202550" y="289279"/>
            <a:ext cx="8520600" cy="5727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2200"/>
              <a:buFont typeface="Arial"/>
              <a:buNone/>
            </a:pPr>
            <a:r>
              <a:rPr lang="en-US" sz="2200" b="1" i="0" u="none" strike="noStrike" cap="none" dirty="0">
                <a:solidFill>
                  <a:schemeClr val="lt2"/>
                </a:solidFill>
                <a:latin typeface="Century Gothic"/>
                <a:ea typeface="Century Gothic"/>
                <a:cs typeface="Century Gothic"/>
                <a:sym typeface="Century Gothic"/>
              </a:rPr>
              <a:t>Statistics after Retrieve (Initial EDA):</a:t>
            </a:r>
            <a:endParaRPr sz="2200" b="1" i="0" u="none" strike="noStrike" cap="none" dirty="0">
              <a:solidFill>
                <a:schemeClr val="lt2"/>
              </a:solidFill>
              <a:latin typeface="Century Gothic"/>
              <a:ea typeface="Century Gothic"/>
              <a:cs typeface="Century Gothic"/>
              <a:sym typeface="Century Gothic"/>
            </a:endParaRPr>
          </a:p>
        </p:txBody>
      </p:sp>
      <p:pic>
        <p:nvPicPr>
          <p:cNvPr id="189" name="Google Shape;189;p40">
            <a:extLst>
              <a:ext uri="{FF2B5EF4-FFF2-40B4-BE49-F238E27FC236}">
                <a16:creationId xmlns:a16="http://schemas.microsoft.com/office/drawing/2014/main" id="{087C0B74-563F-916A-D9A1-1FD3C9B7CB49}"/>
              </a:ext>
            </a:extLst>
          </p:cNvPr>
          <p:cNvPicPr preferRelativeResize="0"/>
          <p:nvPr/>
        </p:nvPicPr>
        <p:blipFill rotWithShape="1">
          <a:blip r:embed="rId3">
            <a:alphaModFix/>
          </a:blip>
          <a:srcRect/>
          <a:stretch/>
        </p:blipFill>
        <p:spPr>
          <a:xfrm>
            <a:off x="710763" y="1808801"/>
            <a:ext cx="7613375" cy="3381765"/>
          </a:xfrm>
          <a:prstGeom prst="rect">
            <a:avLst/>
          </a:prstGeom>
          <a:noFill/>
          <a:ln>
            <a:noFill/>
          </a:ln>
        </p:spPr>
      </p:pic>
      <p:sp>
        <p:nvSpPr>
          <p:cNvPr id="190" name="Google Shape;190;p40">
            <a:extLst>
              <a:ext uri="{FF2B5EF4-FFF2-40B4-BE49-F238E27FC236}">
                <a16:creationId xmlns:a16="http://schemas.microsoft.com/office/drawing/2014/main" id="{B67FA253-C77F-6653-7DD8-B70A12ED42A8}"/>
              </a:ext>
            </a:extLst>
          </p:cNvPr>
          <p:cNvSpPr txBox="1">
            <a:spLocks noGrp="1"/>
          </p:cNvSpPr>
          <p:nvPr>
            <p:ph type="body" idx="1"/>
          </p:nvPr>
        </p:nvSpPr>
        <p:spPr>
          <a:xfrm>
            <a:off x="202550" y="752645"/>
            <a:ext cx="8629800" cy="895800"/>
          </a:xfrm>
          <a:prstGeom prst="rect">
            <a:avLst/>
          </a:prstGeom>
          <a:noFill/>
          <a:ln>
            <a:noFill/>
          </a:ln>
        </p:spPr>
        <p:txBody>
          <a:bodyPr spcFirstLastPara="1" wrap="square" lIns="91425" tIns="91425" rIns="91425" bIns="91425" anchor="t" anchorCtr="0">
            <a:spAutoFit/>
          </a:bodyPr>
          <a:lstStyle/>
          <a:p>
            <a:pPr marL="457200" lvl="0" indent="-317500" algn="just" rtl="0">
              <a:lnSpc>
                <a:spcPct val="115000"/>
              </a:lnSpc>
              <a:spcBef>
                <a:spcPts val="1000"/>
              </a:spcBef>
              <a:spcAft>
                <a:spcPts val="0"/>
              </a:spcAft>
              <a:buClr>
                <a:schemeClr val="dk1"/>
              </a:buClr>
              <a:buSzPts val="1400"/>
              <a:buFont typeface="Century Gothic"/>
              <a:buChar char="●"/>
            </a:pPr>
            <a:r>
              <a:rPr lang="en-US" sz="1400">
                <a:solidFill>
                  <a:schemeClr val="dk1"/>
                </a:solidFill>
                <a:latin typeface="Century Gothic"/>
                <a:ea typeface="Century Gothic"/>
                <a:cs typeface="Century Gothic"/>
                <a:sym typeface="Century Gothic"/>
              </a:rPr>
              <a:t>At this stage, the statistics were used to understand the raw data before any modifications. This helped in identifying missing values, data types, and the overall distribution of features. It represents the initial univariate exploratory data analysis (EDA).</a:t>
            </a:r>
            <a:endParaRPr sz="1400">
              <a:solidFill>
                <a:schemeClr val="dk1"/>
              </a:solidFill>
              <a:latin typeface="Century Gothic"/>
              <a:ea typeface="Century Gothic"/>
              <a:cs typeface="Century Gothic"/>
              <a:sym typeface="Century Gothic"/>
            </a:endParaRPr>
          </a:p>
        </p:txBody>
      </p:sp>
      <p:sp>
        <p:nvSpPr>
          <p:cNvPr id="2" name="Slide Number Placeholder 1">
            <a:extLst>
              <a:ext uri="{FF2B5EF4-FFF2-40B4-BE49-F238E27FC236}">
                <a16:creationId xmlns:a16="http://schemas.microsoft.com/office/drawing/2014/main" id="{C89F91EC-3D76-E4D8-442B-6AA8FBA67744}"/>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32</a:t>
            </a:fld>
            <a:endParaRPr lang="en-US"/>
          </a:p>
        </p:txBody>
      </p:sp>
    </p:spTree>
    <p:extLst>
      <p:ext uri="{BB962C8B-B14F-4D97-AF65-F5344CB8AC3E}">
        <p14:creationId xmlns:p14="http://schemas.microsoft.com/office/powerpoint/2010/main" val="177719052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194"/>
        <p:cNvGrpSpPr/>
        <p:nvPr/>
      </p:nvGrpSpPr>
      <p:grpSpPr>
        <a:xfrm>
          <a:off x="0" y="0"/>
          <a:ext cx="0" cy="0"/>
          <a:chOff x="0" y="0"/>
          <a:chExt cx="0" cy="0"/>
        </a:xfrm>
      </p:grpSpPr>
      <p:pic>
        <p:nvPicPr>
          <p:cNvPr id="195" name="Google Shape;195;p41"/>
          <p:cNvPicPr preferRelativeResize="0"/>
          <p:nvPr/>
        </p:nvPicPr>
        <p:blipFill rotWithShape="1">
          <a:blip r:embed="rId3">
            <a:alphaModFix/>
          </a:blip>
          <a:srcRect/>
          <a:stretch/>
        </p:blipFill>
        <p:spPr>
          <a:xfrm>
            <a:off x="725562" y="775254"/>
            <a:ext cx="7954612" cy="3616977"/>
          </a:xfrm>
          <a:prstGeom prst="rect">
            <a:avLst/>
          </a:prstGeom>
          <a:noFill/>
          <a:ln>
            <a:noFill/>
          </a:ln>
        </p:spPr>
      </p:pic>
      <p:sp>
        <p:nvSpPr>
          <p:cNvPr id="2" name="Slide Number Placeholder 1">
            <a:extLst>
              <a:ext uri="{FF2B5EF4-FFF2-40B4-BE49-F238E27FC236}">
                <a16:creationId xmlns:a16="http://schemas.microsoft.com/office/drawing/2014/main" id="{F7466FDC-186A-78F3-D750-AF153C480853}"/>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199"/>
        <p:cNvGrpSpPr/>
        <p:nvPr/>
      </p:nvGrpSpPr>
      <p:grpSpPr>
        <a:xfrm>
          <a:off x="0" y="0"/>
          <a:ext cx="0" cy="0"/>
          <a:chOff x="0" y="0"/>
          <a:chExt cx="0" cy="0"/>
        </a:xfrm>
      </p:grpSpPr>
      <p:pic>
        <p:nvPicPr>
          <p:cNvPr id="200" name="Google Shape;200;p42"/>
          <p:cNvPicPr preferRelativeResize="0"/>
          <p:nvPr/>
        </p:nvPicPr>
        <p:blipFill rotWithShape="1">
          <a:blip r:embed="rId3">
            <a:alphaModFix/>
          </a:blip>
          <a:srcRect/>
          <a:stretch/>
        </p:blipFill>
        <p:spPr>
          <a:xfrm>
            <a:off x="304800" y="918978"/>
            <a:ext cx="8534400" cy="3434362"/>
          </a:xfrm>
          <a:prstGeom prst="rect">
            <a:avLst/>
          </a:prstGeom>
          <a:noFill/>
          <a:ln>
            <a:noFill/>
          </a:ln>
        </p:spPr>
      </p:pic>
      <p:sp>
        <p:nvSpPr>
          <p:cNvPr id="2" name="Slide Number Placeholder 1">
            <a:extLst>
              <a:ext uri="{FF2B5EF4-FFF2-40B4-BE49-F238E27FC236}">
                <a16:creationId xmlns:a16="http://schemas.microsoft.com/office/drawing/2014/main" id="{F07EBFC5-0255-CCEB-6BEC-9CC993CE4C88}"/>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204"/>
        <p:cNvGrpSpPr/>
        <p:nvPr/>
      </p:nvGrpSpPr>
      <p:grpSpPr>
        <a:xfrm>
          <a:off x="0" y="0"/>
          <a:ext cx="0" cy="0"/>
          <a:chOff x="0" y="0"/>
          <a:chExt cx="0" cy="0"/>
        </a:xfrm>
      </p:grpSpPr>
      <p:sp>
        <p:nvSpPr>
          <p:cNvPr id="205" name="Google Shape;205;p43"/>
          <p:cNvSpPr txBox="1">
            <a:spLocks noGrp="1"/>
          </p:cNvSpPr>
          <p:nvPr>
            <p:ph type="body" idx="1"/>
          </p:nvPr>
        </p:nvSpPr>
        <p:spPr>
          <a:xfrm>
            <a:off x="202550" y="861975"/>
            <a:ext cx="8629800" cy="3706800"/>
          </a:xfrm>
          <a:prstGeom prst="rect">
            <a:avLst/>
          </a:prstGeom>
          <a:noFill/>
          <a:ln>
            <a:noFill/>
          </a:ln>
        </p:spPr>
        <p:txBody>
          <a:bodyPr spcFirstLastPara="1" wrap="square" lIns="91425" tIns="91425" rIns="91425" bIns="91425" anchor="t" anchorCtr="0">
            <a:noAutofit/>
          </a:bodyPr>
          <a:lstStyle/>
          <a:p>
            <a:pPr marL="457200" lvl="0" indent="-317500" algn="just" rtl="0">
              <a:lnSpc>
                <a:spcPct val="115000"/>
              </a:lnSpc>
              <a:spcBef>
                <a:spcPts val="0"/>
              </a:spcBef>
              <a:spcAft>
                <a:spcPts val="0"/>
              </a:spcAft>
              <a:buSzPts val="1400"/>
              <a:buFont typeface="Nunito"/>
              <a:buChar char="●"/>
            </a:pPr>
            <a:r>
              <a:rPr lang="en-US" sz="1400"/>
              <a:t>The Statistics give insights into different attributes of the dataset. We have shown the results for BAD, CLAGE, and CLNO to understand how these variables behave at each stage. Other attributes like DEBTINC, DELINQ, DEROG, JOB, LOAN, MORTDUE, NINQ, REASON, VALUE, and YOJ are also available in the dataset you can explore them in the same way using the Statistics operator to understand their patterns and values.</a:t>
            </a:r>
            <a:endParaRPr sz="1400"/>
          </a:p>
          <a:p>
            <a:pPr marL="457200" lvl="0" indent="-317500" algn="just" rtl="0">
              <a:lnSpc>
                <a:spcPct val="115000"/>
              </a:lnSpc>
              <a:spcBef>
                <a:spcPts val="0"/>
              </a:spcBef>
              <a:spcAft>
                <a:spcPts val="0"/>
              </a:spcAft>
              <a:buSzPts val="1400"/>
              <a:buChar char="●"/>
            </a:pPr>
            <a:r>
              <a:rPr lang="en-US" sz="1400"/>
              <a:t>Add your insights and observations regarding the attributes you analyze in order to gain a deeper understanding of the data.</a:t>
            </a:r>
            <a:endParaRPr sz="1400"/>
          </a:p>
        </p:txBody>
      </p:sp>
      <p:sp>
        <p:nvSpPr>
          <p:cNvPr id="2" name="Slide Number Placeholder 1">
            <a:extLst>
              <a:ext uri="{FF2B5EF4-FFF2-40B4-BE49-F238E27FC236}">
                <a16:creationId xmlns:a16="http://schemas.microsoft.com/office/drawing/2014/main" id="{30F6E42A-2E01-2313-B9AF-A4E33B79B4F3}"/>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209"/>
        <p:cNvGrpSpPr/>
        <p:nvPr/>
      </p:nvGrpSpPr>
      <p:grpSpPr>
        <a:xfrm>
          <a:off x="0" y="0"/>
          <a:ext cx="0" cy="0"/>
          <a:chOff x="0" y="0"/>
          <a:chExt cx="0" cy="0"/>
        </a:xfrm>
      </p:grpSpPr>
      <p:sp>
        <p:nvSpPr>
          <p:cNvPr id="210" name="Google Shape;210;p44"/>
          <p:cNvSpPr txBox="1"/>
          <p:nvPr/>
        </p:nvSpPr>
        <p:spPr>
          <a:xfrm>
            <a:off x="202550" y="289279"/>
            <a:ext cx="8520600" cy="5727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2200"/>
              <a:buFont typeface="Arial"/>
              <a:buNone/>
            </a:pPr>
            <a:r>
              <a:rPr lang="en-US" sz="2200" b="1" i="0" u="none" strike="noStrike" cap="none">
                <a:solidFill>
                  <a:schemeClr val="lt2"/>
                </a:solidFill>
                <a:latin typeface="Century Gothic"/>
                <a:ea typeface="Century Gothic"/>
                <a:cs typeface="Century Gothic"/>
                <a:sym typeface="Century Gothic"/>
              </a:rPr>
              <a:t>Statistics after Preprocessing:</a:t>
            </a:r>
            <a:endParaRPr sz="2200" b="1" i="0" u="none" strike="noStrike" cap="none">
              <a:solidFill>
                <a:schemeClr val="lt2"/>
              </a:solidFill>
              <a:latin typeface="Century Gothic"/>
              <a:ea typeface="Century Gothic"/>
              <a:cs typeface="Century Gothic"/>
              <a:sym typeface="Century Gothic"/>
            </a:endParaRPr>
          </a:p>
        </p:txBody>
      </p:sp>
      <p:sp>
        <p:nvSpPr>
          <p:cNvPr id="211" name="Google Shape;211;p44"/>
          <p:cNvSpPr txBox="1">
            <a:spLocks noGrp="1"/>
          </p:cNvSpPr>
          <p:nvPr>
            <p:ph type="body" idx="1"/>
          </p:nvPr>
        </p:nvSpPr>
        <p:spPr>
          <a:xfrm>
            <a:off x="202550" y="728051"/>
            <a:ext cx="8629800" cy="1143600"/>
          </a:xfrm>
          <a:prstGeom prst="rect">
            <a:avLst/>
          </a:prstGeom>
          <a:noFill/>
          <a:ln>
            <a:noFill/>
          </a:ln>
        </p:spPr>
        <p:txBody>
          <a:bodyPr spcFirstLastPara="1" wrap="square" lIns="91425" tIns="91425" rIns="91425" bIns="91425" anchor="t" anchorCtr="0">
            <a:spAutoFit/>
          </a:bodyPr>
          <a:lstStyle/>
          <a:p>
            <a:pPr marL="457200" lvl="0" indent="-317500" algn="just" rtl="0">
              <a:lnSpc>
                <a:spcPct val="115000"/>
              </a:lnSpc>
              <a:spcBef>
                <a:spcPts val="1000"/>
              </a:spcBef>
              <a:spcAft>
                <a:spcPts val="0"/>
              </a:spcAft>
              <a:buClr>
                <a:schemeClr val="dk1"/>
              </a:buClr>
              <a:buSzPts val="1400"/>
              <a:buFont typeface="Century Gothic"/>
              <a:buChar char="●"/>
            </a:pPr>
            <a:r>
              <a:rPr lang="en-US" sz="1400">
                <a:solidFill>
                  <a:schemeClr val="dk1"/>
                </a:solidFill>
                <a:latin typeface="Century Gothic"/>
                <a:ea typeface="Century Gothic"/>
                <a:cs typeface="Century Gothic"/>
                <a:sym typeface="Century Gothic"/>
              </a:rPr>
              <a:t>After performing preprocessing steps such as missing value replacement, nominal-to-numerical conversion, and normalization, the statistics were again used to verify the changes and improvements. This helped confirm that data cleaning and transformations were applied correctly and that the dataset was now ready for modeling.</a:t>
            </a:r>
            <a:endParaRPr/>
          </a:p>
        </p:txBody>
      </p:sp>
      <p:pic>
        <p:nvPicPr>
          <p:cNvPr id="212" name="Google Shape;212;p44"/>
          <p:cNvPicPr preferRelativeResize="0"/>
          <p:nvPr/>
        </p:nvPicPr>
        <p:blipFill rotWithShape="1">
          <a:blip r:embed="rId3">
            <a:alphaModFix/>
          </a:blip>
          <a:srcRect/>
          <a:stretch/>
        </p:blipFill>
        <p:spPr>
          <a:xfrm>
            <a:off x="514293" y="1934950"/>
            <a:ext cx="7721936" cy="3302461"/>
          </a:xfrm>
          <a:prstGeom prst="rect">
            <a:avLst/>
          </a:prstGeom>
          <a:noFill/>
          <a:ln>
            <a:noFill/>
          </a:ln>
        </p:spPr>
      </p:pic>
      <p:sp>
        <p:nvSpPr>
          <p:cNvPr id="2" name="Slide Number Placeholder 1">
            <a:extLst>
              <a:ext uri="{FF2B5EF4-FFF2-40B4-BE49-F238E27FC236}">
                <a16:creationId xmlns:a16="http://schemas.microsoft.com/office/drawing/2014/main" id="{EB1273AA-F837-53C0-86F8-6EB96BFD55E2}"/>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216"/>
        <p:cNvGrpSpPr/>
        <p:nvPr/>
      </p:nvGrpSpPr>
      <p:grpSpPr>
        <a:xfrm>
          <a:off x="0" y="0"/>
          <a:ext cx="0" cy="0"/>
          <a:chOff x="0" y="0"/>
          <a:chExt cx="0" cy="0"/>
        </a:xfrm>
      </p:grpSpPr>
      <p:pic>
        <p:nvPicPr>
          <p:cNvPr id="217" name="Google Shape;217;p45"/>
          <p:cNvPicPr preferRelativeResize="0"/>
          <p:nvPr/>
        </p:nvPicPr>
        <p:blipFill rotWithShape="1">
          <a:blip r:embed="rId3">
            <a:alphaModFix/>
          </a:blip>
          <a:srcRect/>
          <a:stretch/>
        </p:blipFill>
        <p:spPr>
          <a:xfrm>
            <a:off x="219711" y="614922"/>
            <a:ext cx="8321315" cy="3913656"/>
          </a:xfrm>
          <a:prstGeom prst="rect">
            <a:avLst/>
          </a:prstGeom>
          <a:noFill/>
          <a:ln>
            <a:noFill/>
          </a:ln>
        </p:spPr>
      </p:pic>
      <p:sp>
        <p:nvSpPr>
          <p:cNvPr id="2" name="Slide Number Placeholder 1">
            <a:extLst>
              <a:ext uri="{FF2B5EF4-FFF2-40B4-BE49-F238E27FC236}">
                <a16:creationId xmlns:a16="http://schemas.microsoft.com/office/drawing/2014/main" id="{CEEB3F50-3DFC-8EA4-BEC1-616F4958DF08}"/>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221"/>
        <p:cNvGrpSpPr/>
        <p:nvPr/>
      </p:nvGrpSpPr>
      <p:grpSpPr>
        <a:xfrm>
          <a:off x="0" y="0"/>
          <a:ext cx="0" cy="0"/>
          <a:chOff x="0" y="0"/>
          <a:chExt cx="0" cy="0"/>
        </a:xfrm>
      </p:grpSpPr>
      <p:sp>
        <p:nvSpPr>
          <p:cNvPr id="222" name="Google Shape;222;p46"/>
          <p:cNvSpPr txBox="1">
            <a:spLocks noGrp="1"/>
          </p:cNvSpPr>
          <p:nvPr>
            <p:ph type="body" idx="1"/>
          </p:nvPr>
        </p:nvSpPr>
        <p:spPr>
          <a:xfrm>
            <a:off x="202550" y="861975"/>
            <a:ext cx="8629800" cy="3706800"/>
          </a:xfrm>
          <a:prstGeom prst="rect">
            <a:avLst/>
          </a:prstGeom>
          <a:noFill/>
          <a:ln>
            <a:noFill/>
          </a:ln>
        </p:spPr>
        <p:txBody>
          <a:bodyPr spcFirstLastPara="1" wrap="square" lIns="91425" tIns="91425" rIns="91425" bIns="91425" anchor="t" anchorCtr="0">
            <a:noAutofit/>
          </a:bodyPr>
          <a:lstStyle/>
          <a:p>
            <a:pPr marL="457200" lvl="0" indent="-317500" algn="just" rtl="0">
              <a:lnSpc>
                <a:spcPct val="115000"/>
              </a:lnSpc>
              <a:spcBef>
                <a:spcPts val="0"/>
              </a:spcBef>
              <a:spcAft>
                <a:spcPts val="0"/>
              </a:spcAft>
              <a:buSzPts val="1400"/>
              <a:buFont typeface="Nunito"/>
              <a:buChar char="●"/>
            </a:pPr>
            <a:r>
              <a:rPr lang="en-US" sz="1400"/>
              <a:t>The Statistics give insights into different attributes of the dataset. We have shown the results for BAD_nom, CLAGE, and CLNO to understand how these variables behave after preprocessing. Other attributes like DEBTINC, DELINQ, DEROG, JOB_Mgr, JOB_Office, JOB_Other, JOB_ProfExe, JOB_Sales, JOB_Self, LOAN, MORTDUE, NINQ, REASON_DebtCon, REASON_HomeImp, VALUE, and YOJ are also available in the dataset - you can explore them in the same way using the Statistics operator to understand their patterns and values.</a:t>
            </a:r>
            <a:endParaRPr sz="1400"/>
          </a:p>
          <a:p>
            <a:pPr marL="457200" lvl="0" indent="-317500" algn="just" rtl="0">
              <a:lnSpc>
                <a:spcPct val="115000"/>
              </a:lnSpc>
              <a:spcBef>
                <a:spcPts val="0"/>
              </a:spcBef>
              <a:spcAft>
                <a:spcPts val="0"/>
              </a:spcAft>
              <a:buSzPts val="1400"/>
              <a:buChar char="●"/>
            </a:pPr>
            <a:r>
              <a:rPr lang="en-US" sz="1400"/>
              <a:t>Add your insights and observations regarding the attributes you analyze in order to gain a deeper understanding of the data.</a:t>
            </a:r>
            <a:endParaRPr sz="1400"/>
          </a:p>
        </p:txBody>
      </p:sp>
      <p:sp>
        <p:nvSpPr>
          <p:cNvPr id="2" name="Slide Number Placeholder 1">
            <a:extLst>
              <a:ext uri="{FF2B5EF4-FFF2-40B4-BE49-F238E27FC236}">
                <a16:creationId xmlns:a16="http://schemas.microsoft.com/office/drawing/2014/main" id="{C9E600A8-210F-81BB-8254-6DC42E39967F}"/>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226"/>
        <p:cNvGrpSpPr/>
        <p:nvPr/>
      </p:nvGrpSpPr>
      <p:grpSpPr>
        <a:xfrm>
          <a:off x="0" y="0"/>
          <a:ext cx="0" cy="0"/>
          <a:chOff x="0" y="0"/>
          <a:chExt cx="0" cy="0"/>
        </a:xfrm>
      </p:grpSpPr>
      <p:pic>
        <p:nvPicPr>
          <p:cNvPr id="227" name="Google Shape;227;p47"/>
          <p:cNvPicPr preferRelativeResize="0"/>
          <p:nvPr/>
        </p:nvPicPr>
        <p:blipFill rotWithShape="1">
          <a:blip r:embed="rId3">
            <a:alphaModFix/>
          </a:blip>
          <a:srcRect/>
          <a:stretch/>
        </p:blipFill>
        <p:spPr>
          <a:xfrm>
            <a:off x="546852" y="801756"/>
            <a:ext cx="8411618" cy="3950181"/>
          </a:xfrm>
          <a:prstGeom prst="rect">
            <a:avLst/>
          </a:prstGeom>
          <a:noFill/>
          <a:ln>
            <a:noFill/>
          </a:ln>
        </p:spPr>
      </p:pic>
      <p:sp>
        <p:nvSpPr>
          <p:cNvPr id="2" name="Slide Number Placeholder 1">
            <a:extLst>
              <a:ext uri="{FF2B5EF4-FFF2-40B4-BE49-F238E27FC236}">
                <a16:creationId xmlns:a16="http://schemas.microsoft.com/office/drawing/2014/main" id="{611E005D-1CBD-4BDA-13A2-F5B93BE98F33}"/>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231"/>
        <p:cNvGrpSpPr/>
        <p:nvPr/>
      </p:nvGrpSpPr>
      <p:grpSpPr>
        <a:xfrm>
          <a:off x="0" y="0"/>
          <a:ext cx="0" cy="0"/>
          <a:chOff x="0" y="0"/>
          <a:chExt cx="0" cy="0"/>
        </a:xfrm>
      </p:grpSpPr>
      <p:sp>
        <p:nvSpPr>
          <p:cNvPr id="232" name="Google Shape;232;p48"/>
          <p:cNvSpPr txBox="1">
            <a:spLocks noGrp="1"/>
          </p:cNvSpPr>
          <p:nvPr>
            <p:ph type="title"/>
          </p:nvPr>
        </p:nvSpPr>
        <p:spPr>
          <a:xfrm>
            <a:off x="202550" y="289279"/>
            <a:ext cx="852060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US">
                <a:solidFill>
                  <a:schemeClr val="lt2"/>
                </a:solidFill>
                <a:latin typeface="Century Gothic"/>
                <a:ea typeface="Century Gothic"/>
                <a:cs typeface="Century Gothic"/>
                <a:sym typeface="Century Gothic"/>
              </a:rPr>
              <a:t>Scenario 1: Basic Neural Network </a:t>
            </a:r>
            <a:endParaRPr/>
          </a:p>
        </p:txBody>
      </p:sp>
      <p:sp>
        <p:nvSpPr>
          <p:cNvPr id="233" name="Google Shape;233;p48"/>
          <p:cNvSpPr txBox="1">
            <a:spLocks noGrp="1"/>
          </p:cNvSpPr>
          <p:nvPr>
            <p:ph type="body" idx="1"/>
          </p:nvPr>
        </p:nvSpPr>
        <p:spPr>
          <a:xfrm>
            <a:off x="202550" y="861975"/>
            <a:ext cx="8307900" cy="488400"/>
          </a:xfrm>
          <a:prstGeom prst="rect">
            <a:avLst/>
          </a:prstGeom>
          <a:noFill/>
          <a:ln>
            <a:noFill/>
          </a:ln>
        </p:spPr>
        <p:txBody>
          <a:bodyPr spcFirstLastPara="1" wrap="square" lIns="91425" tIns="91425" rIns="91425" bIns="91425" anchor="t" anchorCtr="0">
            <a:noAutofit/>
          </a:bodyPr>
          <a:lstStyle/>
          <a:p>
            <a:pPr marL="457200" lvl="0" indent="-317500" algn="l" rtl="0">
              <a:lnSpc>
                <a:spcPct val="115000"/>
              </a:lnSpc>
              <a:spcBef>
                <a:spcPts val="1000"/>
              </a:spcBef>
              <a:spcAft>
                <a:spcPts val="0"/>
              </a:spcAft>
              <a:buClr>
                <a:schemeClr val="dk1"/>
              </a:buClr>
              <a:buSzPts val="1400"/>
              <a:buFont typeface="Century Gothic"/>
              <a:buChar char="●"/>
            </a:pPr>
            <a:r>
              <a:rPr lang="en-US" sz="1400">
                <a:solidFill>
                  <a:schemeClr val="dk1"/>
                </a:solidFill>
                <a:latin typeface="Century Gothic"/>
                <a:ea typeface="Century Gothic"/>
                <a:cs typeface="Century Gothic"/>
                <a:sym typeface="Century Gothic"/>
              </a:rPr>
              <a:t>Please comment on the model performance </a:t>
            </a:r>
            <a:endParaRPr sz="1400">
              <a:solidFill>
                <a:schemeClr val="dk1"/>
              </a:solidFill>
              <a:latin typeface="Century Gothic"/>
              <a:ea typeface="Century Gothic"/>
              <a:cs typeface="Century Gothic"/>
              <a:sym typeface="Century Gothic"/>
            </a:endParaRPr>
          </a:p>
        </p:txBody>
      </p:sp>
      <p:graphicFrame>
        <p:nvGraphicFramePr>
          <p:cNvPr id="234" name="Google Shape;234;p48"/>
          <p:cNvGraphicFramePr/>
          <p:nvPr/>
        </p:nvGraphicFramePr>
        <p:xfrm>
          <a:off x="1364816" y="1751211"/>
          <a:ext cx="5983350" cy="1273825"/>
        </p:xfrm>
        <a:graphic>
          <a:graphicData uri="http://schemas.openxmlformats.org/drawingml/2006/table">
            <a:tbl>
              <a:tblPr firstRow="1" bandRow="1">
                <a:noFill/>
                <a:tableStyleId>{36976CF4-DB81-4460-9A5E-51383ADFE053}</a:tableStyleId>
              </a:tblPr>
              <a:tblGrid>
                <a:gridCol w="1615400">
                  <a:extLst>
                    <a:ext uri="{9D8B030D-6E8A-4147-A177-3AD203B41FA5}">
                      <a16:colId xmlns:a16="http://schemas.microsoft.com/office/drawing/2014/main" val="20000"/>
                    </a:ext>
                  </a:extLst>
                </a:gridCol>
                <a:gridCol w="1047025">
                  <a:extLst>
                    <a:ext uri="{9D8B030D-6E8A-4147-A177-3AD203B41FA5}">
                      <a16:colId xmlns:a16="http://schemas.microsoft.com/office/drawing/2014/main" val="20001"/>
                    </a:ext>
                  </a:extLst>
                </a:gridCol>
                <a:gridCol w="1082725">
                  <a:extLst>
                    <a:ext uri="{9D8B030D-6E8A-4147-A177-3AD203B41FA5}">
                      <a16:colId xmlns:a16="http://schemas.microsoft.com/office/drawing/2014/main" val="20002"/>
                    </a:ext>
                  </a:extLst>
                </a:gridCol>
                <a:gridCol w="1041525">
                  <a:extLst>
                    <a:ext uri="{9D8B030D-6E8A-4147-A177-3AD203B41FA5}">
                      <a16:colId xmlns:a16="http://schemas.microsoft.com/office/drawing/2014/main" val="20003"/>
                    </a:ext>
                  </a:extLst>
                </a:gridCol>
                <a:gridCol w="1196675">
                  <a:extLst>
                    <a:ext uri="{9D8B030D-6E8A-4147-A177-3AD203B41FA5}">
                      <a16:colId xmlns:a16="http://schemas.microsoft.com/office/drawing/2014/main" val="20004"/>
                    </a:ext>
                  </a:extLst>
                </a:gridCol>
              </a:tblGrid>
              <a:tr h="595000">
                <a:tc>
                  <a:txBody>
                    <a:bodyPr/>
                    <a:lstStyle/>
                    <a:p>
                      <a:pPr marL="0" marR="0" lvl="0" indent="0" algn="ctr"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Metric</a:t>
                      </a:r>
                      <a:endParaRPr sz="1200" u="none" strike="noStrike" cap="none">
                        <a:latin typeface="Nunito"/>
                        <a:ea typeface="Nunito"/>
                        <a:cs typeface="Nunito"/>
                        <a:sym typeface="Nunito"/>
                      </a:endParaRPr>
                    </a:p>
                  </a:txBody>
                  <a:tcPr marL="91450" marR="91450" marT="45725" marB="45725" anchor="ctr">
                    <a:solidFill>
                      <a:schemeClr val="lt2"/>
                    </a:solidFill>
                  </a:tcPr>
                </a:tc>
                <a:tc>
                  <a:txBody>
                    <a:bodyPr/>
                    <a:lstStyle/>
                    <a:p>
                      <a:pPr marL="0" marR="0" lvl="0" indent="0" algn="ctr"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Accuracy</a:t>
                      </a:r>
                      <a:endParaRPr sz="1200" u="none" strike="noStrike" cap="none">
                        <a:latin typeface="Nunito"/>
                        <a:ea typeface="Nunito"/>
                        <a:cs typeface="Nunito"/>
                        <a:sym typeface="Nunito"/>
                      </a:endParaRPr>
                    </a:p>
                  </a:txBody>
                  <a:tcPr marL="91450" marR="91450" marT="45725" marB="45725" anchor="ctr">
                    <a:solidFill>
                      <a:schemeClr val="lt2"/>
                    </a:solidFill>
                  </a:tcPr>
                </a:tc>
                <a:tc>
                  <a:txBody>
                    <a:bodyPr/>
                    <a:lstStyle/>
                    <a:p>
                      <a:pPr marL="0" marR="0" lvl="0" indent="0" algn="ctr"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Kappa</a:t>
                      </a:r>
                      <a:endParaRPr sz="1200" u="none" strike="noStrike" cap="none">
                        <a:latin typeface="Nunito"/>
                        <a:ea typeface="Nunito"/>
                        <a:cs typeface="Nunito"/>
                        <a:sym typeface="Nunito"/>
                      </a:endParaRPr>
                    </a:p>
                  </a:txBody>
                  <a:tcPr marL="91450" marR="91450" marT="45725" marB="45725" anchor="ctr">
                    <a:solidFill>
                      <a:schemeClr val="lt2"/>
                    </a:solidFill>
                  </a:tcPr>
                </a:tc>
                <a:tc>
                  <a:txBody>
                    <a:bodyPr/>
                    <a:lstStyle/>
                    <a:p>
                      <a:pPr marL="0" marR="0" lvl="0" indent="0" algn="ctr"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Weighted Recall</a:t>
                      </a:r>
                      <a:endParaRPr sz="1200" u="none" strike="noStrike" cap="none">
                        <a:latin typeface="Nunito"/>
                        <a:ea typeface="Nunito"/>
                        <a:cs typeface="Nunito"/>
                        <a:sym typeface="Nunito"/>
                      </a:endParaRPr>
                    </a:p>
                  </a:txBody>
                  <a:tcPr marL="91450" marR="91450" marT="45725" marB="45725" anchor="ctr">
                    <a:solidFill>
                      <a:schemeClr val="lt2"/>
                    </a:solidFill>
                  </a:tcPr>
                </a:tc>
                <a:tc>
                  <a:txBody>
                    <a:bodyPr/>
                    <a:lstStyle/>
                    <a:p>
                      <a:pPr marL="0" marR="0" lvl="0" indent="0" algn="ctr"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Weighted Precision</a:t>
                      </a:r>
                      <a:endParaRPr sz="1200" u="none" strike="noStrike" cap="none">
                        <a:latin typeface="Nunito"/>
                        <a:ea typeface="Nunito"/>
                        <a:cs typeface="Nunito"/>
                        <a:sym typeface="Nunito"/>
                      </a:endParaRPr>
                    </a:p>
                  </a:txBody>
                  <a:tcPr marL="91450" marR="91450" marT="45725" marB="45725" anchor="ctr">
                    <a:solidFill>
                      <a:schemeClr val="lt2"/>
                    </a:solidFill>
                  </a:tcPr>
                </a:tc>
                <a:extLst>
                  <a:ext uri="{0D108BD9-81ED-4DB2-BD59-A6C34878D82A}">
                    <a16:rowId xmlns:a16="http://schemas.microsoft.com/office/drawing/2014/main" val="10000"/>
                  </a:ext>
                </a:extLst>
              </a:tr>
              <a:tr h="678825">
                <a:tc>
                  <a:txBody>
                    <a:bodyPr/>
                    <a:lstStyle/>
                    <a:p>
                      <a:pPr marL="0" marR="0" lvl="0" indent="0" algn="ctr" rtl="0">
                        <a:lnSpc>
                          <a:spcPct val="100000"/>
                        </a:lnSpc>
                        <a:spcBef>
                          <a:spcPts val="0"/>
                        </a:spcBef>
                        <a:spcAft>
                          <a:spcPts val="0"/>
                        </a:spcAft>
                        <a:buClr>
                          <a:srgbClr val="000000"/>
                        </a:buClr>
                        <a:buSzPts val="1200"/>
                        <a:buFont typeface="Arial"/>
                        <a:buNone/>
                      </a:pPr>
                      <a:r>
                        <a:rPr lang="en-US" sz="1200">
                          <a:latin typeface="Nunito"/>
                          <a:ea typeface="Nunito"/>
                          <a:cs typeface="Nunito"/>
                          <a:sym typeface="Nunito"/>
                        </a:rPr>
                        <a:t>Basic Neural Network </a:t>
                      </a:r>
                      <a:endParaRPr sz="1200" u="none" strike="noStrike" cap="none">
                        <a:latin typeface="Nunito"/>
                        <a:ea typeface="Nunito"/>
                        <a:cs typeface="Nunito"/>
                        <a:sym typeface="Nunito"/>
                      </a:endParaRPr>
                    </a:p>
                  </a:txBody>
                  <a:tcPr marL="91450" marR="91450" marT="45725" marB="45725" anchor="ctr"/>
                </a:tc>
                <a:tc>
                  <a:txBody>
                    <a:bodyPr/>
                    <a:lstStyle/>
                    <a:p>
                      <a:pPr marL="0" marR="0" lvl="0" indent="0" algn="ctr" rtl="0">
                        <a:lnSpc>
                          <a:spcPct val="115000"/>
                        </a:lnSpc>
                        <a:spcBef>
                          <a:spcPts val="0"/>
                        </a:spcBef>
                        <a:spcAft>
                          <a:spcPts val="0"/>
                        </a:spcAft>
                        <a:buClr>
                          <a:srgbClr val="000000"/>
                        </a:buClr>
                        <a:buSzPts val="1400"/>
                        <a:buFont typeface="Arial"/>
                        <a:buNone/>
                      </a:pPr>
                      <a:r>
                        <a:rPr lang="en-US" sz="1200" u="none" strike="noStrike" cap="none">
                          <a:latin typeface="Nunito"/>
                          <a:ea typeface="Nunito"/>
                          <a:cs typeface="Nunito"/>
                          <a:sym typeface="Nunito"/>
                        </a:rPr>
                        <a:t>84.96</a:t>
                      </a:r>
                      <a:endParaRPr sz="1200" u="none" strike="noStrike" cap="none">
                        <a:latin typeface="Nunito"/>
                        <a:ea typeface="Nunito"/>
                        <a:cs typeface="Nunito"/>
                        <a:sym typeface="Nunito"/>
                      </a:endParaRPr>
                    </a:p>
                  </a:txBody>
                  <a:tcPr marL="91425" marR="91425" marT="91425" marB="91425" anchor="ctr"/>
                </a:tc>
                <a:tc>
                  <a:txBody>
                    <a:bodyPr/>
                    <a:lstStyle/>
                    <a:p>
                      <a:pPr marL="0" marR="0" lvl="0" indent="0" algn="ctr" rtl="0">
                        <a:lnSpc>
                          <a:spcPct val="115000"/>
                        </a:lnSpc>
                        <a:spcBef>
                          <a:spcPts val="0"/>
                        </a:spcBef>
                        <a:spcAft>
                          <a:spcPts val="0"/>
                        </a:spcAft>
                        <a:buClr>
                          <a:srgbClr val="000000"/>
                        </a:buClr>
                        <a:buSzPts val="1400"/>
                        <a:buFont typeface="Arial"/>
                        <a:buNone/>
                      </a:pPr>
                      <a:r>
                        <a:rPr lang="en-US" sz="1200" u="none" strike="noStrike" cap="none">
                          <a:latin typeface="Nunito"/>
                          <a:ea typeface="Nunito"/>
                          <a:cs typeface="Nunito"/>
                          <a:sym typeface="Nunito"/>
                        </a:rPr>
                        <a:t>0.507</a:t>
                      </a:r>
                      <a:endParaRPr sz="1200" u="none" strike="noStrike" cap="none">
                        <a:latin typeface="Nunito"/>
                        <a:ea typeface="Nunito"/>
                        <a:cs typeface="Nunito"/>
                        <a:sym typeface="Nunito"/>
                      </a:endParaRPr>
                    </a:p>
                  </a:txBody>
                  <a:tcPr marL="91425" marR="91425" marT="91425" marB="91425" anchor="ctr"/>
                </a:tc>
                <a:tc>
                  <a:txBody>
                    <a:bodyPr/>
                    <a:lstStyle/>
                    <a:p>
                      <a:pPr marL="0" marR="0" lvl="0" indent="0" algn="ctr" rtl="0">
                        <a:lnSpc>
                          <a:spcPct val="115000"/>
                        </a:lnSpc>
                        <a:spcBef>
                          <a:spcPts val="0"/>
                        </a:spcBef>
                        <a:spcAft>
                          <a:spcPts val="0"/>
                        </a:spcAft>
                        <a:buClr>
                          <a:srgbClr val="000000"/>
                        </a:buClr>
                        <a:buSzPts val="1400"/>
                        <a:buFont typeface="Arial"/>
                        <a:buNone/>
                      </a:pPr>
                      <a:r>
                        <a:rPr lang="en-US" sz="1200" u="none" strike="noStrike" cap="none">
                          <a:latin typeface="Nunito"/>
                          <a:ea typeface="Nunito"/>
                          <a:cs typeface="Nunito"/>
                          <a:sym typeface="Nunito"/>
                        </a:rPr>
                        <a:t>74.20</a:t>
                      </a:r>
                      <a:endParaRPr sz="1200" u="none" strike="noStrike" cap="none">
                        <a:latin typeface="Nunito"/>
                        <a:ea typeface="Nunito"/>
                        <a:cs typeface="Nunito"/>
                        <a:sym typeface="Nunito"/>
                      </a:endParaRPr>
                    </a:p>
                  </a:txBody>
                  <a:tcPr marL="91425" marR="91425" marT="91425" marB="91425" anchor="ctr"/>
                </a:tc>
                <a:tc>
                  <a:txBody>
                    <a:bodyPr/>
                    <a:lstStyle/>
                    <a:p>
                      <a:pPr marL="0" marR="0" lvl="0" indent="0" algn="ctr" rtl="0">
                        <a:lnSpc>
                          <a:spcPct val="115000"/>
                        </a:lnSpc>
                        <a:spcBef>
                          <a:spcPts val="0"/>
                        </a:spcBef>
                        <a:spcAft>
                          <a:spcPts val="0"/>
                        </a:spcAft>
                        <a:buClr>
                          <a:srgbClr val="000000"/>
                        </a:buClr>
                        <a:buSzPts val="1400"/>
                        <a:buFont typeface="Arial"/>
                        <a:buNone/>
                      </a:pPr>
                      <a:r>
                        <a:rPr lang="en-US" sz="1200" u="none" strike="noStrike" cap="none">
                          <a:latin typeface="Nunito"/>
                          <a:ea typeface="Nunito"/>
                          <a:cs typeface="Nunito"/>
                          <a:sym typeface="Nunito"/>
                        </a:rPr>
                        <a:t>76.71</a:t>
                      </a:r>
                      <a:endParaRPr sz="1200" u="none" strike="noStrike" cap="none">
                        <a:latin typeface="Nunito"/>
                        <a:ea typeface="Nunito"/>
                        <a:cs typeface="Nunito"/>
                        <a:sym typeface="Nunito"/>
                      </a:endParaRPr>
                    </a:p>
                  </a:txBody>
                  <a:tcPr marL="91425" marR="91425" marT="91425" marB="91425" anchor="ctr"/>
                </a:tc>
                <a:extLst>
                  <a:ext uri="{0D108BD9-81ED-4DB2-BD59-A6C34878D82A}">
                    <a16:rowId xmlns:a16="http://schemas.microsoft.com/office/drawing/2014/main" val="10001"/>
                  </a:ext>
                </a:extLst>
              </a:tr>
            </a:tbl>
          </a:graphicData>
        </a:graphic>
      </p:graphicFrame>
      <p:sp>
        <p:nvSpPr>
          <p:cNvPr id="2" name="Slide Number Placeholder 1">
            <a:extLst>
              <a:ext uri="{FF2B5EF4-FFF2-40B4-BE49-F238E27FC236}">
                <a16:creationId xmlns:a16="http://schemas.microsoft.com/office/drawing/2014/main" id="{2D31FCDC-E85D-2B56-2189-19DE3C4EBFFD}"/>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238"/>
        <p:cNvGrpSpPr/>
        <p:nvPr/>
      </p:nvGrpSpPr>
      <p:grpSpPr>
        <a:xfrm>
          <a:off x="0" y="0"/>
          <a:ext cx="0" cy="0"/>
          <a:chOff x="0" y="0"/>
          <a:chExt cx="0" cy="0"/>
        </a:xfrm>
      </p:grpSpPr>
      <p:sp>
        <p:nvSpPr>
          <p:cNvPr id="239" name="Google Shape;239;p49"/>
          <p:cNvSpPr txBox="1">
            <a:spLocks noGrp="1"/>
          </p:cNvSpPr>
          <p:nvPr>
            <p:ph type="title"/>
          </p:nvPr>
        </p:nvSpPr>
        <p:spPr>
          <a:xfrm>
            <a:off x="202550" y="289279"/>
            <a:ext cx="852060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US">
                <a:solidFill>
                  <a:schemeClr val="lt2"/>
                </a:solidFill>
                <a:latin typeface="Century Gothic"/>
                <a:ea typeface="Century Gothic"/>
                <a:cs typeface="Century Gothic"/>
                <a:sym typeface="Century Gothic"/>
              </a:rPr>
              <a:t>Scenario 2: Neural Network With Parameter Tuning</a:t>
            </a:r>
            <a:endParaRPr/>
          </a:p>
        </p:txBody>
      </p:sp>
      <p:sp>
        <p:nvSpPr>
          <p:cNvPr id="240" name="Google Shape;240;p49"/>
          <p:cNvSpPr txBox="1">
            <a:spLocks noGrp="1"/>
          </p:cNvSpPr>
          <p:nvPr>
            <p:ph type="body" idx="1"/>
          </p:nvPr>
        </p:nvSpPr>
        <p:spPr>
          <a:xfrm>
            <a:off x="202550" y="861975"/>
            <a:ext cx="8307900" cy="572700"/>
          </a:xfrm>
          <a:prstGeom prst="rect">
            <a:avLst/>
          </a:prstGeom>
          <a:noFill/>
          <a:ln>
            <a:noFill/>
          </a:ln>
        </p:spPr>
        <p:txBody>
          <a:bodyPr spcFirstLastPara="1" wrap="square" lIns="91425" tIns="91425" rIns="91425" bIns="91425" anchor="t" anchorCtr="0">
            <a:noAutofit/>
          </a:bodyPr>
          <a:lstStyle/>
          <a:p>
            <a:pPr marL="457200" lvl="0" indent="-317500" algn="l" rtl="0">
              <a:lnSpc>
                <a:spcPct val="115000"/>
              </a:lnSpc>
              <a:spcBef>
                <a:spcPts val="1000"/>
              </a:spcBef>
              <a:spcAft>
                <a:spcPts val="0"/>
              </a:spcAft>
              <a:buClr>
                <a:schemeClr val="dk1"/>
              </a:buClr>
              <a:buSzPts val="1400"/>
              <a:buFont typeface="Century Gothic"/>
              <a:buChar char="●"/>
            </a:pPr>
            <a:r>
              <a:rPr lang="en-US" sz="1400">
                <a:solidFill>
                  <a:schemeClr val="dk1"/>
                </a:solidFill>
                <a:latin typeface="Century Gothic"/>
                <a:ea typeface="Century Gothic"/>
                <a:cs typeface="Century Gothic"/>
                <a:sym typeface="Century Gothic"/>
              </a:rPr>
              <a:t>Please comment on the model performance of the </a:t>
            </a:r>
            <a:endParaRPr sz="1400">
              <a:solidFill>
                <a:schemeClr val="dk1"/>
              </a:solidFill>
              <a:latin typeface="Century Gothic"/>
              <a:ea typeface="Century Gothic"/>
              <a:cs typeface="Century Gothic"/>
              <a:sym typeface="Century Gothic"/>
            </a:endParaRPr>
          </a:p>
        </p:txBody>
      </p:sp>
      <p:graphicFrame>
        <p:nvGraphicFramePr>
          <p:cNvPr id="241" name="Google Shape;241;p49"/>
          <p:cNvGraphicFramePr/>
          <p:nvPr/>
        </p:nvGraphicFramePr>
        <p:xfrm>
          <a:off x="1364816" y="1765092"/>
          <a:ext cx="5983350" cy="1273825"/>
        </p:xfrm>
        <a:graphic>
          <a:graphicData uri="http://schemas.openxmlformats.org/drawingml/2006/table">
            <a:tbl>
              <a:tblPr firstRow="1" bandRow="1">
                <a:noFill/>
                <a:tableStyleId>{36976CF4-DB81-4460-9A5E-51383ADFE053}</a:tableStyleId>
              </a:tblPr>
              <a:tblGrid>
                <a:gridCol w="1615400">
                  <a:extLst>
                    <a:ext uri="{9D8B030D-6E8A-4147-A177-3AD203B41FA5}">
                      <a16:colId xmlns:a16="http://schemas.microsoft.com/office/drawing/2014/main" val="20000"/>
                    </a:ext>
                  </a:extLst>
                </a:gridCol>
                <a:gridCol w="1047025">
                  <a:extLst>
                    <a:ext uri="{9D8B030D-6E8A-4147-A177-3AD203B41FA5}">
                      <a16:colId xmlns:a16="http://schemas.microsoft.com/office/drawing/2014/main" val="20001"/>
                    </a:ext>
                  </a:extLst>
                </a:gridCol>
                <a:gridCol w="1082725">
                  <a:extLst>
                    <a:ext uri="{9D8B030D-6E8A-4147-A177-3AD203B41FA5}">
                      <a16:colId xmlns:a16="http://schemas.microsoft.com/office/drawing/2014/main" val="20002"/>
                    </a:ext>
                  </a:extLst>
                </a:gridCol>
                <a:gridCol w="1041525">
                  <a:extLst>
                    <a:ext uri="{9D8B030D-6E8A-4147-A177-3AD203B41FA5}">
                      <a16:colId xmlns:a16="http://schemas.microsoft.com/office/drawing/2014/main" val="20003"/>
                    </a:ext>
                  </a:extLst>
                </a:gridCol>
                <a:gridCol w="1196675">
                  <a:extLst>
                    <a:ext uri="{9D8B030D-6E8A-4147-A177-3AD203B41FA5}">
                      <a16:colId xmlns:a16="http://schemas.microsoft.com/office/drawing/2014/main" val="20004"/>
                    </a:ext>
                  </a:extLst>
                </a:gridCol>
              </a:tblGrid>
              <a:tr h="595000">
                <a:tc>
                  <a:txBody>
                    <a:bodyPr/>
                    <a:lstStyle/>
                    <a:p>
                      <a:pPr marL="0" marR="0" lvl="0" indent="0" algn="ctr"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Metric</a:t>
                      </a:r>
                      <a:endParaRPr sz="1200" u="none" strike="noStrike" cap="none">
                        <a:latin typeface="Nunito"/>
                        <a:ea typeface="Nunito"/>
                        <a:cs typeface="Nunito"/>
                        <a:sym typeface="Nunito"/>
                      </a:endParaRPr>
                    </a:p>
                  </a:txBody>
                  <a:tcPr marL="91450" marR="91450" marT="45725" marB="45725" anchor="ctr">
                    <a:solidFill>
                      <a:schemeClr val="lt2"/>
                    </a:solidFill>
                  </a:tcPr>
                </a:tc>
                <a:tc>
                  <a:txBody>
                    <a:bodyPr/>
                    <a:lstStyle/>
                    <a:p>
                      <a:pPr marL="0" marR="0" lvl="0" indent="0" algn="ctr"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Accuracy</a:t>
                      </a:r>
                      <a:endParaRPr sz="1200" u="none" strike="noStrike" cap="none">
                        <a:latin typeface="Nunito"/>
                        <a:ea typeface="Nunito"/>
                        <a:cs typeface="Nunito"/>
                        <a:sym typeface="Nunito"/>
                      </a:endParaRPr>
                    </a:p>
                  </a:txBody>
                  <a:tcPr marL="91450" marR="91450" marT="45725" marB="45725" anchor="ctr">
                    <a:solidFill>
                      <a:schemeClr val="lt2"/>
                    </a:solidFill>
                  </a:tcPr>
                </a:tc>
                <a:tc>
                  <a:txBody>
                    <a:bodyPr/>
                    <a:lstStyle/>
                    <a:p>
                      <a:pPr marL="0" marR="0" lvl="0" indent="0" algn="ctr"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Kappa</a:t>
                      </a:r>
                      <a:endParaRPr sz="1200" u="none" strike="noStrike" cap="none">
                        <a:latin typeface="Nunito"/>
                        <a:ea typeface="Nunito"/>
                        <a:cs typeface="Nunito"/>
                        <a:sym typeface="Nunito"/>
                      </a:endParaRPr>
                    </a:p>
                  </a:txBody>
                  <a:tcPr marL="91450" marR="91450" marT="45725" marB="45725" anchor="ctr">
                    <a:solidFill>
                      <a:schemeClr val="lt2"/>
                    </a:solidFill>
                  </a:tcPr>
                </a:tc>
                <a:tc>
                  <a:txBody>
                    <a:bodyPr/>
                    <a:lstStyle/>
                    <a:p>
                      <a:pPr marL="0" marR="0" lvl="0" indent="0" algn="ctr"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Weighted Recall</a:t>
                      </a:r>
                      <a:endParaRPr sz="1200" u="none" strike="noStrike" cap="none">
                        <a:latin typeface="Nunito"/>
                        <a:ea typeface="Nunito"/>
                        <a:cs typeface="Nunito"/>
                        <a:sym typeface="Nunito"/>
                      </a:endParaRPr>
                    </a:p>
                  </a:txBody>
                  <a:tcPr marL="91450" marR="91450" marT="45725" marB="45725" anchor="ctr">
                    <a:solidFill>
                      <a:schemeClr val="lt2"/>
                    </a:solidFill>
                  </a:tcPr>
                </a:tc>
                <a:tc>
                  <a:txBody>
                    <a:bodyPr/>
                    <a:lstStyle/>
                    <a:p>
                      <a:pPr marL="0" marR="0" lvl="0" indent="0" algn="ctr"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Weighted Precision</a:t>
                      </a:r>
                      <a:endParaRPr sz="1200" u="none" strike="noStrike" cap="none">
                        <a:latin typeface="Nunito"/>
                        <a:ea typeface="Nunito"/>
                        <a:cs typeface="Nunito"/>
                        <a:sym typeface="Nunito"/>
                      </a:endParaRPr>
                    </a:p>
                  </a:txBody>
                  <a:tcPr marL="91450" marR="91450" marT="45725" marB="45725" anchor="ctr">
                    <a:solidFill>
                      <a:schemeClr val="lt2"/>
                    </a:solidFill>
                  </a:tcPr>
                </a:tc>
                <a:extLst>
                  <a:ext uri="{0D108BD9-81ED-4DB2-BD59-A6C34878D82A}">
                    <a16:rowId xmlns:a16="http://schemas.microsoft.com/office/drawing/2014/main" val="10000"/>
                  </a:ext>
                </a:extLst>
              </a:tr>
              <a:tr h="678825">
                <a:tc>
                  <a:txBody>
                    <a:bodyPr/>
                    <a:lstStyle/>
                    <a:p>
                      <a:pPr marL="0" marR="0" lvl="0" indent="0" algn="ctr" rtl="0">
                        <a:lnSpc>
                          <a:spcPct val="100000"/>
                        </a:lnSpc>
                        <a:spcBef>
                          <a:spcPts val="0"/>
                        </a:spcBef>
                        <a:spcAft>
                          <a:spcPts val="0"/>
                        </a:spcAft>
                        <a:buClr>
                          <a:srgbClr val="000000"/>
                        </a:buClr>
                        <a:buSzPts val="1200"/>
                        <a:buFont typeface="Arial"/>
                        <a:buNone/>
                      </a:pPr>
                      <a:r>
                        <a:rPr lang="en-US" sz="1200">
                          <a:latin typeface="Nunito"/>
                          <a:ea typeface="Nunito"/>
                          <a:cs typeface="Nunito"/>
                          <a:sym typeface="Nunito"/>
                        </a:rPr>
                        <a:t>Neural Network with Parameter Tuning</a:t>
                      </a:r>
                      <a:endParaRPr sz="1200" u="none" strike="noStrike" cap="none">
                        <a:latin typeface="Nunito"/>
                        <a:ea typeface="Nunito"/>
                        <a:cs typeface="Nunito"/>
                        <a:sym typeface="Nunito"/>
                      </a:endParaRPr>
                    </a:p>
                  </a:txBody>
                  <a:tcPr marL="91450" marR="91450" marT="45725" marB="45725" anchor="ctr"/>
                </a:tc>
                <a:tc>
                  <a:txBody>
                    <a:bodyPr/>
                    <a:lstStyle/>
                    <a:p>
                      <a:pPr marL="0" marR="0" lvl="0" indent="0" algn="ctr" rtl="0">
                        <a:lnSpc>
                          <a:spcPct val="115000"/>
                        </a:lnSpc>
                        <a:spcBef>
                          <a:spcPts val="0"/>
                        </a:spcBef>
                        <a:spcAft>
                          <a:spcPts val="0"/>
                        </a:spcAft>
                        <a:buClr>
                          <a:srgbClr val="000000"/>
                        </a:buClr>
                        <a:buSzPts val="1400"/>
                        <a:buFont typeface="Arial"/>
                        <a:buNone/>
                      </a:pPr>
                      <a:r>
                        <a:rPr lang="en-US" sz="1200" u="none" strike="noStrike" cap="none">
                          <a:latin typeface="Nunito"/>
                          <a:ea typeface="Nunito"/>
                          <a:cs typeface="Nunito"/>
                          <a:sym typeface="Nunito"/>
                        </a:rPr>
                        <a:t>87.92</a:t>
                      </a:r>
                      <a:endParaRPr sz="1200" u="none" strike="noStrike" cap="none">
                        <a:latin typeface="Nunito"/>
                        <a:ea typeface="Nunito"/>
                        <a:cs typeface="Nunito"/>
                        <a:sym typeface="Nunito"/>
                      </a:endParaRPr>
                    </a:p>
                  </a:txBody>
                  <a:tcPr marL="91425" marR="91425" marT="91425" marB="91425" anchor="ctr"/>
                </a:tc>
                <a:tc>
                  <a:txBody>
                    <a:bodyPr/>
                    <a:lstStyle/>
                    <a:p>
                      <a:pPr marL="0" marR="0" lvl="0" indent="0" algn="ctr" rtl="0">
                        <a:lnSpc>
                          <a:spcPct val="115000"/>
                        </a:lnSpc>
                        <a:spcBef>
                          <a:spcPts val="0"/>
                        </a:spcBef>
                        <a:spcAft>
                          <a:spcPts val="0"/>
                        </a:spcAft>
                        <a:buClr>
                          <a:srgbClr val="000000"/>
                        </a:buClr>
                        <a:buSzPts val="1400"/>
                        <a:buFont typeface="Arial"/>
                        <a:buNone/>
                      </a:pPr>
                      <a:r>
                        <a:rPr lang="en-US" sz="1200" u="none" strike="noStrike" cap="none">
                          <a:latin typeface="Nunito"/>
                          <a:ea typeface="Nunito"/>
                          <a:cs typeface="Nunito"/>
                          <a:sym typeface="Nunito"/>
                        </a:rPr>
                        <a:t>0.583</a:t>
                      </a:r>
                      <a:endParaRPr sz="1200" u="none" strike="noStrike" cap="none">
                        <a:latin typeface="Nunito"/>
                        <a:ea typeface="Nunito"/>
                        <a:cs typeface="Nunito"/>
                        <a:sym typeface="Nunito"/>
                      </a:endParaRPr>
                    </a:p>
                  </a:txBody>
                  <a:tcPr marL="91425" marR="91425" marT="91425" marB="91425" anchor="ctr"/>
                </a:tc>
                <a:tc>
                  <a:txBody>
                    <a:bodyPr/>
                    <a:lstStyle/>
                    <a:p>
                      <a:pPr marL="0" marR="0" lvl="0" indent="0" algn="ctr" rtl="0">
                        <a:lnSpc>
                          <a:spcPct val="115000"/>
                        </a:lnSpc>
                        <a:spcBef>
                          <a:spcPts val="0"/>
                        </a:spcBef>
                        <a:spcAft>
                          <a:spcPts val="0"/>
                        </a:spcAft>
                        <a:buClr>
                          <a:srgbClr val="000000"/>
                        </a:buClr>
                        <a:buSzPts val="1400"/>
                        <a:buFont typeface="Arial"/>
                        <a:buNone/>
                      </a:pPr>
                      <a:r>
                        <a:rPr lang="en-US" sz="1200" u="none" strike="noStrike" cap="none">
                          <a:latin typeface="Nunito"/>
                          <a:ea typeface="Nunito"/>
                          <a:cs typeface="Nunito"/>
                          <a:sym typeface="Nunito"/>
                        </a:rPr>
                        <a:t>76.37</a:t>
                      </a:r>
                      <a:endParaRPr sz="1200" u="none" strike="noStrike" cap="none">
                        <a:latin typeface="Nunito"/>
                        <a:ea typeface="Nunito"/>
                        <a:cs typeface="Nunito"/>
                        <a:sym typeface="Nunito"/>
                      </a:endParaRPr>
                    </a:p>
                  </a:txBody>
                  <a:tcPr marL="91425" marR="91425" marT="91425" marB="91425" anchor="ctr"/>
                </a:tc>
                <a:tc>
                  <a:txBody>
                    <a:bodyPr/>
                    <a:lstStyle/>
                    <a:p>
                      <a:pPr marL="0" marR="0" lvl="0" indent="0" algn="ctr" rtl="0">
                        <a:lnSpc>
                          <a:spcPct val="115000"/>
                        </a:lnSpc>
                        <a:spcBef>
                          <a:spcPts val="0"/>
                        </a:spcBef>
                        <a:spcAft>
                          <a:spcPts val="0"/>
                        </a:spcAft>
                        <a:buClr>
                          <a:srgbClr val="000000"/>
                        </a:buClr>
                        <a:buSzPts val="1400"/>
                        <a:buFont typeface="Arial"/>
                        <a:buNone/>
                      </a:pPr>
                      <a:r>
                        <a:rPr lang="en-US" sz="1200" u="none" strike="noStrike" cap="none">
                          <a:latin typeface="Nunito"/>
                          <a:ea typeface="Nunito"/>
                          <a:cs typeface="Nunito"/>
                          <a:sym typeface="Nunito"/>
                        </a:rPr>
                        <a:t>83.17</a:t>
                      </a:r>
                      <a:endParaRPr sz="1200" u="none" strike="noStrike" cap="none">
                        <a:latin typeface="Nunito"/>
                        <a:ea typeface="Nunito"/>
                        <a:cs typeface="Nunito"/>
                        <a:sym typeface="Nunito"/>
                      </a:endParaRPr>
                    </a:p>
                  </a:txBody>
                  <a:tcPr marL="91425" marR="91425" marT="91425" marB="91425" anchor="ctr"/>
                </a:tc>
                <a:extLst>
                  <a:ext uri="{0D108BD9-81ED-4DB2-BD59-A6C34878D82A}">
                    <a16:rowId xmlns:a16="http://schemas.microsoft.com/office/drawing/2014/main" val="10001"/>
                  </a:ext>
                </a:extLst>
              </a:tr>
            </a:tbl>
          </a:graphicData>
        </a:graphic>
      </p:graphicFrame>
      <p:sp>
        <p:nvSpPr>
          <p:cNvPr id="2" name="Slide Number Placeholder 1">
            <a:extLst>
              <a:ext uri="{FF2B5EF4-FFF2-40B4-BE49-F238E27FC236}">
                <a16:creationId xmlns:a16="http://schemas.microsoft.com/office/drawing/2014/main" id="{3CFD6D71-10EA-96E3-B3D8-D6D2984694B3}"/>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245"/>
        <p:cNvGrpSpPr/>
        <p:nvPr/>
      </p:nvGrpSpPr>
      <p:grpSpPr>
        <a:xfrm>
          <a:off x="0" y="0"/>
          <a:ext cx="0" cy="0"/>
          <a:chOff x="0" y="0"/>
          <a:chExt cx="0" cy="0"/>
        </a:xfrm>
      </p:grpSpPr>
      <p:sp>
        <p:nvSpPr>
          <p:cNvPr id="246" name="Google Shape;246;p50"/>
          <p:cNvSpPr txBox="1">
            <a:spLocks noGrp="1"/>
          </p:cNvSpPr>
          <p:nvPr>
            <p:ph type="title"/>
          </p:nvPr>
        </p:nvSpPr>
        <p:spPr>
          <a:xfrm>
            <a:off x="202550" y="289279"/>
            <a:ext cx="852060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US">
                <a:solidFill>
                  <a:schemeClr val="lt2"/>
                </a:solidFill>
                <a:latin typeface="Century Gothic"/>
                <a:ea typeface="Century Gothic"/>
                <a:cs typeface="Century Gothic"/>
                <a:sym typeface="Century Gothic"/>
              </a:rPr>
              <a:t>Scenario 3: Neural Network Using Grid Search </a:t>
            </a:r>
            <a:endParaRPr/>
          </a:p>
        </p:txBody>
      </p:sp>
      <p:sp>
        <p:nvSpPr>
          <p:cNvPr id="247" name="Google Shape;247;p50"/>
          <p:cNvSpPr txBox="1">
            <a:spLocks noGrp="1"/>
          </p:cNvSpPr>
          <p:nvPr>
            <p:ph type="body" idx="1"/>
          </p:nvPr>
        </p:nvSpPr>
        <p:spPr>
          <a:xfrm>
            <a:off x="202550" y="861975"/>
            <a:ext cx="8307900" cy="572700"/>
          </a:xfrm>
          <a:prstGeom prst="rect">
            <a:avLst/>
          </a:prstGeom>
          <a:noFill/>
          <a:ln>
            <a:noFill/>
          </a:ln>
        </p:spPr>
        <p:txBody>
          <a:bodyPr spcFirstLastPara="1" wrap="square" lIns="91425" tIns="91425" rIns="91425" bIns="91425" anchor="t" anchorCtr="0">
            <a:noAutofit/>
          </a:bodyPr>
          <a:lstStyle/>
          <a:p>
            <a:pPr marL="457200" lvl="0" indent="-317500" algn="l" rtl="0">
              <a:lnSpc>
                <a:spcPct val="115000"/>
              </a:lnSpc>
              <a:spcBef>
                <a:spcPts val="1000"/>
              </a:spcBef>
              <a:spcAft>
                <a:spcPts val="0"/>
              </a:spcAft>
              <a:buClr>
                <a:schemeClr val="dk1"/>
              </a:buClr>
              <a:buSzPts val="1400"/>
              <a:buFont typeface="Century Gothic"/>
              <a:buChar char="●"/>
            </a:pPr>
            <a:r>
              <a:rPr lang="en-US" sz="1400">
                <a:solidFill>
                  <a:schemeClr val="dk1"/>
                </a:solidFill>
                <a:latin typeface="Century Gothic"/>
                <a:ea typeface="Century Gothic"/>
                <a:cs typeface="Century Gothic"/>
                <a:sym typeface="Century Gothic"/>
              </a:rPr>
              <a:t>Please comment on the model performance</a:t>
            </a:r>
            <a:endParaRPr sz="1400">
              <a:solidFill>
                <a:schemeClr val="dk1"/>
              </a:solidFill>
              <a:latin typeface="Century Gothic"/>
              <a:ea typeface="Century Gothic"/>
              <a:cs typeface="Century Gothic"/>
              <a:sym typeface="Century Gothic"/>
            </a:endParaRPr>
          </a:p>
        </p:txBody>
      </p:sp>
      <p:graphicFrame>
        <p:nvGraphicFramePr>
          <p:cNvPr id="248" name="Google Shape;248;p50"/>
          <p:cNvGraphicFramePr/>
          <p:nvPr/>
        </p:nvGraphicFramePr>
        <p:xfrm>
          <a:off x="1364816" y="1765092"/>
          <a:ext cx="5983350" cy="1273825"/>
        </p:xfrm>
        <a:graphic>
          <a:graphicData uri="http://schemas.openxmlformats.org/drawingml/2006/table">
            <a:tbl>
              <a:tblPr firstRow="1" bandRow="1">
                <a:noFill/>
                <a:tableStyleId>{36976CF4-DB81-4460-9A5E-51383ADFE053}</a:tableStyleId>
              </a:tblPr>
              <a:tblGrid>
                <a:gridCol w="1615400">
                  <a:extLst>
                    <a:ext uri="{9D8B030D-6E8A-4147-A177-3AD203B41FA5}">
                      <a16:colId xmlns:a16="http://schemas.microsoft.com/office/drawing/2014/main" val="20000"/>
                    </a:ext>
                  </a:extLst>
                </a:gridCol>
                <a:gridCol w="1047025">
                  <a:extLst>
                    <a:ext uri="{9D8B030D-6E8A-4147-A177-3AD203B41FA5}">
                      <a16:colId xmlns:a16="http://schemas.microsoft.com/office/drawing/2014/main" val="20001"/>
                    </a:ext>
                  </a:extLst>
                </a:gridCol>
                <a:gridCol w="1082725">
                  <a:extLst>
                    <a:ext uri="{9D8B030D-6E8A-4147-A177-3AD203B41FA5}">
                      <a16:colId xmlns:a16="http://schemas.microsoft.com/office/drawing/2014/main" val="20002"/>
                    </a:ext>
                  </a:extLst>
                </a:gridCol>
                <a:gridCol w="1041525">
                  <a:extLst>
                    <a:ext uri="{9D8B030D-6E8A-4147-A177-3AD203B41FA5}">
                      <a16:colId xmlns:a16="http://schemas.microsoft.com/office/drawing/2014/main" val="20003"/>
                    </a:ext>
                  </a:extLst>
                </a:gridCol>
                <a:gridCol w="1196675">
                  <a:extLst>
                    <a:ext uri="{9D8B030D-6E8A-4147-A177-3AD203B41FA5}">
                      <a16:colId xmlns:a16="http://schemas.microsoft.com/office/drawing/2014/main" val="20004"/>
                    </a:ext>
                  </a:extLst>
                </a:gridCol>
              </a:tblGrid>
              <a:tr h="595000">
                <a:tc>
                  <a:txBody>
                    <a:bodyPr/>
                    <a:lstStyle/>
                    <a:p>
                      <a:pPr marL="0" marR="0" lvl="0" indent="0" algn="ctr"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Metric</a:t>
                      </a:r>
                      <a:endParaRPr sz="1200" u="none" strike="noStrike" cap="none">
                        <a:latin typeface="Nunito"/>
                        <a:ea typeface="Nunito"/>
                        <a:cs typeface="Nunito"/>
                        <a:sym typeface="Nunito"/>
                      </a:endParaRPr>
                    </a:p>
                  </a:txBody>
                  <a:tcPr marL="91450" marR="91450" marT="45725" marB="45725" anchor="ctr">
                    <a:solidFill>
                      <a:schemeClr val="lt2"/>
                    </a:solidFill>
                  </a:tcPr>
                </a:tc>
                <a:tc>
                  <a:txBody>
                    <a:bodyPr/>
                    <a:lstStyle/>
                    <a:p>
                      <a:pPr marL="0" marR="0" lvl="0" indent="0" algn="ctr"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Accuracy</a:t>
                      </a:r>
                      <a:endParaRPr sz="1200" u="none" strike="noStrike" cap="none">
                        <a:latin typeface="Nunito"/>
                        <a:ea typeface="Nunito"/>
                        <a:cs typeface="Nunito"/>
                        <a:sym typeface="Nunito"/>
                      </a:endParaRPr>
                    </a:p>
                  </a:txBody>
                  <a:tcPr marL="91450" marR="91450" marT="45725" marB="45725" anchor="ctr">
                    <a:solidFill>
                      <a:schemeClr val="lt2"/>
                    </a:solidFill>
                  </a:tcPr>
                </a:tc>
                <a:tc>
                  <a:txBody>
                    <a:bodyPr/>
                    <a:lstStyle/>
                    <a:p>
                      <a:pPr marL="0" marR="0" lvl="0" indent="0" algn="ctr"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Kappa</a:t>
                      </a:r>
                      <a:endParaRPr sz="1200" u="none" strike="noStrike" cap="none">
                        <a:latin typeface="Nunito"/>
                        <a:ea typeface="Nunito"/>
                        <a:cs typeface="Nunito"/>
                        <a:sym typeface="Nunito"/>
                      </a:endParaRPr>
                    </a:p>
                  </a:txBody>
                  <a:tcPr marL="91450" marR="91450" marT="45725" marB="45725" anchor="ctr">
                    <a:solidFill>
                      <a:schemeClr val="lt2"/>
                    </a:solidFill>
                  </a:tcPr>
                </a:tc>
                <a:tc>
                  <a:txBody>
                    <a:bodyPr/>
                    <a:lstStyle/>
                    <a:p>
                      <a:pPr marL="0" marR="0" lvl="0" indent="0" algn="ctr"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Weighted Recall</a:t>
                      </a:r>
                      <a:endParaRPr sz="1200" u="none" strike="noStrike" cap="none">
                        <a:latin typeface="Nunito"/>
                        <a:ea typeface="Nunito"/>
                        <a:cs typeface="Nunito"/>
                        <a:sym typeface="Nunito"/>
                      </a:endParaRPr>
                    </a:p>
                  </a:txBody>
                  <a:tcPr marL="91450" marR="91450" marT="45725" marB="45725" anchor="ctr">
                    <a:solidFill>
                      <a:schemeClr val="lt2"/>
                    </a:solidFill>
                  </a:tcPr>
                </a:tc>
                <a:tc>
                  <a:txBody>
                    <a:bodyPr/>
                    <a:lstStyle/>
                    <a:p>
                      <a:pPr marL="0" marR="0" lvl="0" indent="0" algn="ctr"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Weighted Precision</a:t>
                      </a:r>
                      <a:endParaRPr sz="1200" u="none" strike="noStrike" cap="none">
                        <a:latin typeface="Nunito"/>
                        <a:ea typeface="Nunito"/>
                        <a:cs typeface="Nunito"/>
                        <a:sym typeface="Nunito"/>
                      </a:endParaRPr>
                    </a:p>
                  </a:txBody>
                  <a:tcPr marL="91450" marR="91450" marT="45725" marB="45725" anchor="ctr">
                    <a:solidFill>
                      <a:schemeClr val="lt2"/>
                    </a:solidFill>
                  </a:tcPr>
                </a:tc>
                <a:extLst>
                  <a:ext uri="{0D108BD9-81ED-4DB2-BD59-A6C34878D82A}">
                    <a16:rowId xmlns:a16="http://schemas.microsoft.com/office/drawing/2014/main" val="10000"/>
                  </a:ext>
                </a:extLst>
              </a:tr>
              <a:tr h="678825">
                <a:tc>
                  <a:txBody>
                    <a:bodyPr/>
                    <a:lstStyle/>
                    <a:p>
                      <a:pPr marL="0" marR="0" lvl="0" indent="0" algn="ctr" rtl="0">
                        <a:lnSpc>
                          <a:spcPct val="100000"/>
                        </a:lnSpc>
                        <a:spcBef>
                          <a:spcPts val="0"/>
                        </a:spcBef>
                        <a:spcAft>
                          <a:spcPts val="0"/>
                        </a:spcAft>
                        <a:buClr>
                          <a:srgbClr val="000000"/>
                        </a:buClr>
                        <a:buSzPts val="1200"/>
                        <a:buFont typeface="Arial"/>
                        <a:buNone/>
                      </a:pPr>
                      <a:r>
                        <a:rPr lang="en-US" sz="1200">
                          <a:latin typeface="Nunito"/>
                          <a:ea typeface="Nunito"/>
                          <a:cs typeface="Nunito"/>
                          <a:sym typeface="Nunito"/>
                        </a:rPr>
                        <a:t>Grid Search Optimized Model</a:t>
                      </a:r>
                      <a:endParaRPr sz="1200" u="none" strike="noStrike" cap="none">
                        <a:latin typeface="Nunito"/>
                        <a:ea typeface="Nunito"/>
                        <a:cs typeface="Nunito"/>
                        <a:sym typeface="Nunito"/>
                      </a:endParaRPr>
                    </a:p>
                  </a:txBody>
                  <a:tcPr marL="91450" marR="91450" marT="45725" marB="45725" anchor="ctr"/>
                </a:tc>
                <a:tc>
                  <a:txBody>
                    <a:bodyPr/>
                    <a:lstStyle/>
                    <a:p>
                      <a:pPr marL="0" marR="0" lvl="0" indent="0" algn="ctr" rtl="0">
                        <a:lnSpc>
                          <a:spcPct val="115000"/>
                        </a:lnSpc>
                        <a:spcBef>
                          <a:spcPts val="0"/>
                        </a:spcBef>
                        <a:spcAft>
                          <a:spcPts val="0"/>
                        </a:spcAft>
                        <a:buClr>
                          <a:srgbClr val="000000"/>
                        </a:buClr>
                        <a:buSzPts val="1400"/>
                        <a:buFont typeface="Arial"/>
                        <a:buNone/>
                      </a:pPr>
                      <a:r>
                        <a:rPr lang="en-US" sz="1200" u="none" strike="noStrike" cap="none">
                          <a:latin typeface="Nunito"/>
                          <a:ea typeface="Nunito"/>
                          <a:cs typeface="Nunito"/>
                          <a:sym typeface="Nunito"/>
                        </a:rPr>
                        <a:t>8</a:t>
                      </a:r>
                      <a:r>
                        <a:rPr lang="en-US" sz="1200">
                          <a:latin typeface="Nunito"/>
                          <a:ea typeface="Nunito"/>
                          <a:cs typeface="Nunito"/>
                          <a:sym typeface="Nunito"/>
                        </a:rPr>
                        <a:t>8</a:t>
                      </a:r>
                      <a:r>
                        <a:rPr lang="en-US" sz="1200" u="none" strike="noStrike" cap="none">
                          <a:latin typeface="Nunito"/>
                          <a:ea typeface="Nunito"/>
                          <a:cs typeface="Nunito"/>
                          <a:sym typeface="Nunito"/>
                        </a:rPr>
                        <a:t>.</a:t>
                      </a:r>
                      <a:r>
                        <a:rPr lang="en-US" sz="1200">
                          <a:latin typeface="Nunito"/>
                          <a:ea typeface="Nunito"/>
                          <a:cs typeface="Nunito"/>
                          <a:sym typeface="Nunito"/>
                        </a:rPr>
                        <a:t>120</a:t>
                      </a:r>
                      <a:endParaRPr sz="1200" u="none" strike="noStrike" cap="none">
                        <a:latin typeface="Nunito"/>
                        <a:ea typeface="Nunito"/>
                        <a:cs typeface="Nunito"/>
                        <a:sym typeface="Nunito"/>
                      </a:endParaRPr>
                    </a:p>
                  </a:txBody>
                  <a:tcPr marL="91425" marR="91425" marT="91425" marB="91425" anchor="ctr"/>
                </a:tc>
                <a:tc>
                  <a:txBody>
                    <a:bodyPr/>
                    <a:lstStyle/>
                    <a:p>
                      <a:pPr marL="0" marR="0" lvl="0" indent="0" algn="ctr" rtl="0">
                        <a:lnSpc>
                          <a:spcPct val="115000"/>
                        </a:lnSpc>
                        <a:spcBef>
                          <a:spcPts val="0"/>
                        </a:spcBef>
                        <a:spcAft>
                          <a:spcPts val="0"/>
                        </a:spcAft>
                        <a:buClr>
                          <a:srgbClr val="000000"/>
                        </a:buClr>
                        <a:buSzPts val="1400"/>
                        <a:buFont typeface="Arial"/>
                        <a:buNone/>
                      </a:pPr>
                      <a:r>
                        <a:rPr lang="en-US" sz="1200" u="none" strike="noStrike" cap="none">
                          <a:latin typeface="Nunito"/>
                          <a:ea typeface="Nunito"/>
                          <a:cs typeface="Nunito"/>
                          <a:sym typeface="Nunito"/>
                        </a:rPr>
                        <a:t>0.5</a:t>
                      </a:r>
                      <a:r>
                        <a:rPr lang="en-US" sz="1200">
                          <a:latin typeface="Nunito"/>
                          <a:ea typeface="Nunito"/>
                          <a:cs typeface="Nunito"/>
                          <a:sym typeface="Nunito"/>
                        </a:rPr>
                        <a:t>46</a:t>
                      </a:r>
                      <a:endParaRPr sz="1200" u="none" strike="noStrike" cap="none">
                        <a:latin typeface="Nunito"/>
                        <a:ea typeface="Nunito"/>
                        <a:cs typeface="Nunito"/>
                        <a:sym typeface="Nunito"/>
                      </a:endParaRPr>
                    </a:p>
                  </a:txBody>
                  <a:tcPr marL="91425" marR="91425" marT="91425" marB="91425" anchor="ctr"/>
                </a:tc>
                <a:tc>
                  <a:txBody>
                    <a:bodyPr/>
                    <a:lstStyle/>
                    <a:p>
                      <a:pPr marL="0" marR="0" lvl="0" indent="0" algn="ctr" rtl="0">
                        <a:lnSpc>
                          <a:spcPct val="115000"/>
                        </a:lnSpc>
                        <a:spcBef>
                          <a:spcPts val="0"/>
                        </a:spcBef>
                        <a:spcAft>
                          <a:spcPts val="0"/>
                        </a:spcAft>
                        <a:buClr>
                          <a:srgbClr val="000000"/>
                        </a:buClr>
                        <a:buSzPts val="1400"/>
                        <a:buFont typeface="Arial"/>
                        <a:buNone/>
                      </a:pPr>
                      <a:r>
                        <a:rPr lang="en-US" sz="1200" u="none" strike="noStrike" cap="none">
                          <a:latin typeface="Nunito"/>
                          <a:ea typeface="Nunito"/>
                          <a:cs typeface="Nunito"/>
                          <a:sym typeface="Nunito"/>
                        </a:rPr>
                        <a:t>7</a:t>
                      </a:r>
                      <a:r>
                        <a:rPr lang="en-US" sz="1200">
                          <a:latin typeface="Nunito"/>
                          <a:ea typeface="Nunito"/>
                          <a:cs typeface="Nunito"/>
                          <a:sym typeface="Nunito"/>
                        </a:rPr>
                        <a:t>2</a:t>
                      </a:r>
                      <a:r>
                        <a:rPr lang="en-US" sz="1200" u="none" strike="noStrike" cap="none">
                          <a:latin typeface="Nunito"/>
                          <a:ea typeface="Nunito"/>
                          <a:cs typeface="Nunito"/>
                          <a:sym typeface="Nunito"/>
                        </a:rPr>
                        <a:t>.</a:t>
                      </a:r>
                      <a:r>
                        <a:rPr lang="en-US" sz="1200">
                          <a:latin typeface="Nunito"/>
                          <a:ea typeface="Nunito"/>
                          <a:cs typeface="Nunito"/>
                          <a:sym typeface="Nunito"/>
                        </a:rPr>
                        <a:t>24</a:t>
                      </a:r>
                      <a:endParaRPr sz="1200" u="none" strike="noStrike" cap="none">
                        <a:latin typeface="Nunito"/>
                        <a:ea typeface="Nunito"/>
                        <a:cs typeface="Nunito"/>
                        <a:sym typeface="Nunito"/>
                      </a:endParaRPr>
                    </a:p>
                  </a:txBody>
                  <a:tcPr marL="91425" marR="91425" marT="91425" marB="91425" anchor="ctr"/>
                </a:tc>
                <a:tc>
                  <a:txBody>
                    <a:bodyPr/>
                    <a:lstStyle/>
                    <a:p>
                      <a:pPr marL="0" marR="0" lvl="0" indent="0" algn="ctr" rtl="0">
                        <a:lnSpc>
                          <a:spcPct val="115000"/>
                        </a:lnSpc>
                        <a:spcBef>
                          <a:spcPts val="0"/>
                        </a:spcBef>
                        <a:spcAft>
                          <a:spcPts val="0"/>
                        </a:spcAft>
                        <a:buClr>
                          <a:srgbClr val="000000"/>
                        </a:buClr>
                        <a:buSzPts val="1400"/>
                        <a:buFont typeface="Arial"/>
                        <a:buNone/>
                      </a:pPr>
                      <a:r>
                        <a:rPr lang="en-US" sz="1200" u="none" strike="noStrike" cap="none">
                          <a:latin typeface="Nunito"/>
                          <a:ea typeface="Nunito"/>
                          <a:cs typeface="Nunito"/>
                          <a:sym typeface="Nunito"/>
                        </a:rPr>
                        <a:t>8</a:t>
                      </a:r>
                      <a:r>
                        <a:rPr lang="en-US" sz="1200">
                          <a:latin typeface="Nunito"/>
                          <a:ea typeface="Nunito"/>
                          <a:cs typeface="Nunito"/>
                          <a:sym typeface="Nunito"/>
                        </a:rPr>
                        <a:t>9</a:t>
                      </a:r>
                      <a:r>
                        <a:rPr lang="en-US" sz="1200" u="none" strike="noStrike" cap="none">
                          <a:latin typeface="Nunito"/>
                          <a:ea typeface="Nunito"/>
                          <a:cs typeface="Nunito"/>
                          <a:sym typeface="Nunito"/>
                        </a:rPr>
                        <a:t>.</a:t>
                      </a:r>
                      <a:r>
                        <a:rPr lang="en-US" sz="1200">
                          <a:latin typeface="Nunito"/>
                          <a:ea typeface="Nunito"/>
                          <a:cs typeface="Nunito"/>
                          <a:sym typeface="Nunito"/>
                        </a:rPr>
                        <a:t>25</a:t>
                      </a:r>
                      <a:endParaRPr sz="1200" u="none" strike="noStrike" cap="none">
                        <a:latin typeface="Nunito"/>
                        <a:ea typeface="Nunito"/>
                        <a:cs typeface="Nunito"/>
                        <a:sym typeface="Nunito"/>
                      </a:endParaRPr>
                    </a:p>
                  </a:txBody>
                  <a:tcPr marL="91425" marR="91425" marT="91425" marB="91425" anchor="ctr"/>
                </a:tc>
                <a:extLst>
                  <a:ext uri="{0D108BD9-81ED-4DB2-BD59-A6C34878D82A}">
                    <a16:rowId xmlns:a16="http://schemas.microsoft.com/office/drawing/2014/main" val="10001"/>
                  </a:ext>
                </a:extLst>
              </a:tr>
            </a:tbl>
          </a:graphicData>
        </a:graphic>
      </p:graphicFrame>
      <p:sp>
        <p:nvSpPr>
          <p:cNvPr id="2" name="Slide Number Placeholder 1">
            <a:extLst>
              <a:ext uri="{FF2B5EF4-FFF2-40B4-BE49-F238E27FC236}">
                <a16:creationId xmlns:a16="http://schemas.microsoft.com/office/drawing/2014/main" id="{17A7C042-EEF3-AE72-50B6-A3690FE1ABF3}"/>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252"/>
        <p:cNvGrpSpPr/>
        <p:nvPr/>
      </p:nvGrpSpPr>
      <p:grpSpPr>
        <a:xfrm>
          <a:off x="0" y="0"/>
          <a:ext cx="0" cy="0"/>
          <a:chOff x="0" y="0"/>
          <a:chExt cx="0" cy="0"/>
        </a:xfrm>
      </p:grpSpPr>
      <p:sp>
        <p:nvSpPr>
          <p:cNvPr id="253" name="Google Shape;253;p51"/>
          <p:cNvSpPr txBox="1">
            <a:spLocks noGrp="1"/>
          </p:cNvSpPr>
          <p:nvPr>
            <p:ph type="body" idx="1"/>
          </p:nvPr>
        </p:nvSpPr>
        <p:spPr>
          <a:xfrm>
            <a:off x="202550" y="861975"/>
            <a:ext cx="8629800" cy="1241100"/>
          </a:xfrm>
          <a:prstGeom prst="rect">
            <a:avLst/>
          </a:prstGeom>
          <a:noFill/>
          <a:ln>
            <a:noFill/>
          </a:ln>
        </p:spPr>
        <p:txBody>
          <a:bodyPr spcFirstLastPara="1" wrap="square" lIns="91425" tIns="91425" rIns="91425" bIns="91425" anchor="t" anchorCtr="0">
            <a:noAutofit/>
          </a:bodyPr>
          <a:lstStyle/>
          <a:p>
            <a:pPr marL="457200" lvl="0" indent="-317500" algn="l" rtl="0">
              <a:lnSpc>
                <a:spcPct val="115000"/>
              </a:lnSpc>
              <a:spcBef>
                <a:spcPts val="1000"/>
              </a:spcBef>
              <a:spcAft>
                <a:spcPts val="0"/>
              </a:spcAft>
              <a:buSzPts val="1400"/>
              <a:buFont typeface="Century Gothic"/>
              <a:buChar char="●"/>
            </a:pPr>
            <a:r>
              <a:rPr lang="en-US" sz="1400">
                <a:latin typeface="Century Gothic"/>
                <a:ea typeface="Century Gothic"/>
                <a:cs typeface="Century Gothic"/>
                <a:sym typeface="Century Gothic"/>
              </a:rPr>
              <a:t>Which model is best for predicting loan defaults, and which metric is most important to check? Why?</a:t>
            </a:r>
            <a:endParaRPr/>
          </a:p>
          <a:p>
            <a:pPr marL="457200" lvl="0" indent="-317500" algn="l" rtl="0">
              <a:lnSpc>
                <a:spcPct val="115000"/>
              </a:lnSpc>
              <a:spcBef>
                <a:spcPts val="1000"/>
              </a:spcBef>
              <a:spcAft>
                <a:spcPts val="0"/>
              </a:spcAft>
              <a:buSzPts val="1400"/>
              <a:buFont typeface="Century Gothic"/>
              <a:buChar char="●"/>
            </a:pPr>
            <a:r>
              <a:rPr lang="en-US" sz="1400">
                <a:latin typeface="Century Gothic"/>
                <a:ea typeface="Century Gothic"/>
                <a:cs typeface="Century Gothic"/>
                <a:sym typeface="Century Gothic"/>
              </a:rPr>
              <a:t>Which metric is most important, and why?</a:t>
            </a:r>
            <a:endParaRPr/>
          </a:p>
          <a:p>
            <a:pPr marL="457200" lvl="0" indent="-317500" algn="l" rtl="0">
              <a:lnSpc>
                <a:spcPct val="115000"/>
              </a:lnSpc>
              <a:spcBef>
                <a:spcPts val="1000"/>
              </a:spcBef>
              <a:spcAft>
                <a:spcPts val="0"/>
              </a:spcAft>
              <a:buSzPts val="1400"/>
              <a:buFont typeface="Century Gothic"/>
              <a:buChar char="●"/>
            </a:pPr>
            <a:r>
              <a:rPr lang="en-US" sz="1400">
                <a:latin typeface="Century Gothic"/>
                <a:ea typeface="Century Gothic"/>
                <a:cs typeface="Century Gothic"/>
                <a:sym typeface="Century Gothic"/>
              </a:rPr>
              <a:t>What advice would you give the business from this model?</a:t>
            </a:r>
            <a:endParaRPr sz="1400">
              <a:latin typeface="Century Gothic"/>
              <a:ea typeface="Century Gothic"/>
              <a:cs typeface="Century Gothic"/>
              <a:sym typeface="Century Gothic"/>
            </a:endParaRPr>
          </a:p>
        </p:txBody>
      </p:sp>
      <p:sp>
        <p:nvSpPr>
          <p:cNvPr id="254" name="Google Shape;254;p51"/>
          <p:cNvSpPr txBox="1"/>
          <p:nvPr/>
        </p:nvSpPr>
        <p:spPr>
          <a:xfrm>
            <a:off x="202550" y="289279"/>
            <a:ext cx="8520600" cy="5727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2200"/>
              <a:buFont typeface="Arial"/>
              <a:buNone/>
            </a:pPr>
            <a:r>
              <a:rPr lang="en-US" sz="2200" b="1" i="0" u="none" strike="noStrike" cap="none">
                <a:solidFill>
                  <a:schemeClr val="lt2"/>
                </a:solidFill>
                <a:latin typeface="Century Gothic"/>
                <a:ea typeface="Century Gothic"/>
                <a:cs typeface="Century Gothic"/>
                <a:sym typeface="Century Gothic"/>
              </a:rPr>
              <a:t>Model Performance Summary</a:t>
            </a:r>
            <a:endParaRPr sz="2200" b="1" i="0" u="none" strike="noStrike" cap="none">
              <a:solidFill>
                <a:schemeClr val="lt2"/>
              </a:solidFill>
              <a:latin typeface="Century Gothic"/>
              <a:ea typeface="Century Gothic"/>
              <a:cs typeface="Century Gothic"/>
              <a:sym typeface="Century Gothic"/>
            </a:endParaRPr>
          </a:p>
        </p:txBody>
      </p:sp>
      <p:graphicFrame>
        <p:nvGraphicFramePr>
          <p:cNvPr id="255" name="Google Shape;255;p51"/>
          <p:cNvGraphicFramePr/>
          <p:nvPr/>
        </p:nvGraphicFramePr>
        <p:xfrm>
          <a:off x="1916213" y="2367750"/>
          <a:ext cx="5311575" cy="1828840"/>
        </p:xfrm>
        <a:graphic>
          <a:graphicData uri="http://schemas.openxmlformats.org/drawingml/2006/table">
            <a:tbl>
              <a:tblPr firstRow="1" bandRow="1">
                <a:noFill/>
                <a:tableStyleId>{36976CF4-DB81-4460-9A5E-51383ADFE053}</a:tableStyleId>
              </a:tblPr>
              <a:tblGrid>
                <a:gridCol w="1434025">
                  <a:extLst>
                    <a:ext uri="{9D8B030D-6E8A-4147-A177-3AD203B41FA5}">
                      <a16:colId xmlns:a16="http://schemas.microsoft.com/office/drawing/2014/main" val="20000"/>
                    </a:ext>
                  </a:extLst>
                </a:gridCol>
                <a:gridCol w="929475">
                  <a:extLst>
                    <a:ext uri="{9D8B030D-6E8A-4147-A177-3AD203B41FA5}">
                      <a16:colId xmlns:a16="http://schemas.microsoft.com/office/drawing/2014/main" val="20001"/>
                    </a:ext>
                  </a:extLst>
                </a:gridCol>
                <a:gridCol w="961150">
                  <a:extLst>
                    <a:ext uri="{9D8B030D-6E8A-4147-A177-3AD203B41FA5}">
                      <a16:colId xmlns:a16="http://schemas.microsoft.com/office/drawing/2014/main" val="20002"/>
                    </a:ext>
                  </a:extLst>
                </a:gridCol>
                <a:gridCol w="924600">
                  <a:extLst>
                    <a:ext uri="{9D8B030D-6E8A-4147-A177-3AD203B41FA5}">
                      <a16:colId xmlns:a16="http://schemas.microsoft.com/office/drawing/2014/main" val="20003"/>
                    </a:ext>
                  </a:extLst>
                </a:gridCol>
                <a:gridCol w="1062325">
                  <a:extLst>
                    <a:ext uri="{9D8B030D-6E8A-4147-A177-3AD203B41FA5}">
                      <a16:colId xmlns:a16="http://schemas.microsoft.com/office/drawing/2014/main" val="20004"/>
                    </a:ext>
                  </a:extLst>
                </a:gridCol>
              </a:tblGrid>
              <a:tr h="365650">
                <a:tc>
                  <a:txBody>
                    <a:bodyPr/>
                    <a:lstStyle/>
                    <a:p>
                      <a:pPr marL="0" marR="0" lvl="0" indent="0" algn="ctr"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Metric</a:t>
                      </a:r>
                      <a:endParaRPr sz="1200" u="none" strike="noStrike" cap="none">
                        <a:latin typeface="Nunito"/>
                        <a:ea typeface="Nunito"/>
                        <a:cs typeface="Nunito"/>
                        <a:sym typeface="Nunito"/>
                      </a:endParaRPr>
                    </a:p>
                  </a:txBody>
                  <a:tcPr marL="91450" marR="91450" marT="45725" marB="45725" anchor="ctr">
                    <a:solidFill>
                      <a:schemeClr val="lt2"/>
                    </a:solidFill>
                  </a:tcPr>
                </a:tc>
                <a:tc>
                  <a:txBody>
                    <a:bodyPr/>
                    <a:lstStyle/>
                    <a:p>
                      <a:pPr marL="0" marR="0" lvl="0" indent="0" algn="ctr"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Accuracy</a:t>
                      </a:r>
                      <a:endParaRPr sz="1200" u="none" strike="noStrike" cap="none">
                        <a:latin typeface="Nunito"/>
                        <a:ea typeface="Nunito"/>
                        <a:cs typeface="Nunito"/>
                        <a:sym typeface="Nunito"/>
                      </a:endParaRPr>
                    </a:p>
                  </a:txBody>
                  <a:tcPr marL="91450" marR="91450" marT="45725" marB="45725" anchor="ctr">
                    <a:solidFill>
                      <a:schemeClr val="lt2"/>
                    </a:solidFill>
                  </a:tcPr>
                </a:tc>
                <a:tc>
                  <a:txBody>
                    <a:bodyPr/>
                    <a:lstStyle/>
                    <a:p>
                      <a:pPr marL="0" marR="0" lvl="0" indent="0" algn="ctr"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Kappa</a:t>
                      </a:r>
                      <a:endParaRPr sz="1200" u="none" strike="noStrike" cap="none">
                        <a:latin typeface="Nunito"/>
                        <a:ea typeface="Nunito"/>
                        <a:cs typeface="Nunito"/>
                        <a:sym typeface="Nunito"/>
                      </a:endParaRPr>
                    </a:p>
                  </a:txBody>
                  <a:tcPr marL="91450" marR="91450" marT="45725" marB="45725" anchor="ctr">
                    <a:solidFill>
                      <a:schemeClr val="lt2"/>
                    </a:solidFill>
                  </a:tcPr>
                </a:tc>
                <a:tc>
                  <a:txBody>
                    <a:bodyPr/>
                    <a:lstStyle/>
                    <a:p>
                      <a:pPr marL="0" marR="0" lvl="0" indent="0" algn="ctr"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Weighted Recall</a:t>
                      </a:r>
                      <a:endParaRPr sz="1200" u="none" strike="noStrike" cap="none">
                        <a:latin typeface="Nunito"/>
                        <a:ea typeface="Nunito"/>
                        <a:cs typeface="Nunito"/>
                        <a:sym typeface="Nunito"/>
                      </a:endParaRPr>
                    </a:p>
                  </a:txBody>
                  <a:tcPr marL="91450" marR="91450" marT="45725" marB="45725" anchor="ctr">
                    <a:solidFill>
                      <a:schemeClr val="lt2"/>
                    </a:solidFill>
                  </a:tcPr>
                </a:tc>
                <a:tc>
                  <a:txBody>
                    <a:bodyPr/>
                    <a:lstStyle/>
                    <a:p>
                      <a:pPr marL="0" marR="0" lvl="0" indent="0" algn="ctr"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Weighted Precision</a:t>
                      </a:r>
                      <a:endParaRPr sz="1200" u="none" strike="noStrike" cap="none">
                        <a:latin typeface="Nunito"/>
                        <a:ea typeface="Nunito"/>
                        <a:cs typeface="Nunito"/>
                        <a:sym typeface="Nunito"/>
                      </a:endParaRPr>
                    </a:p>
                  </a:txBody>
                  <a:tcPr marL="91450" marR="91450" marT="45725" marB="45725" anchor="ctr">
                    <a:solidFill>
                      <a:schemeClr val="lt2"/>
                    </a:solidFill>
                  </a:tcPr>
                </a:tc>
                <a:extLst>
                  <a:ext uri="{0D108BD9-81ED-4DB2-BD59-A6C34878D82A}">
                    <a16:rowId xmlns:a16="http://schemas.microsoft.com/office/drawing/2014/main" val="10000"/>
                  </a:ext>
                </a:extLst>
              </a:tr>
              <a:tr h="417175">
                <a:tc>
                  <a:txBody>
                    <a:bodyPr/>
                    <a:lstStyle/>
                    <a:p>
                      <a:pPr marL="0" lvl="0" indent="0" algn="ctr" rtl="0">
                        <a:spcBef>
                          <a:spcPts val="0"/>
                        </a:spcBef>
                        <a:spcAft>
                          <a:spcPts val="0"/>
                        </a:spcAft>
                        <a:buClr>
                          <a:srgbClr val="000000"/>
                        </a:buClr>
                        <a:buSzPts val="1200"/>
                        <a:buFont typeface="Arial"/>
                        <a:buNone/>
                      </a:pPr>
                      <a:r>
                        <a:rPr lang="en-US" sz="1200">
                          <a:latin typeface="Nunito"/>
                          <a:ea typeface="Nunito"/>
                          <a:cs typeface="Nunito"/>
                          <a:sym typeface="Nunito"/>
                        </a:rPr>
                        <a:t>Without parameter tuning</a:t>
                      </a:r>
                      <a:endParaRPr sz="1200">
                        <a:latin typeface="Nunito"/>
                        <a:ea typeface="Nunito"/>
                        <a:cs typeface="Nunito"/>
                        <a:sym typeface="Nunito"/>
                      </a:endParaRPr>
                    </a:p>
                  </a:txBody>
                  <a:tcPr marL="91450" marR="91450" marT="45725" marB="45725" anchor="ctr"/>
                </a:tc>
                <a:tc>
                  <a:txBody>
                    <a:bodyPr/>
                    <a:lstStyle/>
                    <a:p>
                      <a:pPr marL="0" marR="0" lvl="0" indent="0" algn="ctr" rtl="0">
                        <a:lnSpc>
                          <a:spcPct val="115000"/>
                        </a:lnSpc>
                        <a:spcBef>
                          <a:spcPts val="0"/>
                        </a:spcBef>
                        <a:spcAft>
                          <a:spcPts val="0"/>
                        </a:spcAft>
                        <a:buClr>
                          <a:srgbClr val="000000"/>
                        </a:buClr>
                        <a:buSzPts val="1400"/>
                        <a:buFont typeface="Arial"/>
                        <a:buNone/>
                      </a:pPr>
                      <a:r>
                        <a:rPr lang="en-US" sz="1200" u="none" strike="noStrike" cap="none">
                          <a:latin typeface="Nunito"/>
                          <a:ea typeface="Nunito"/>
                          <a:cs typeface="Nunito"/>
                          <a:sym typeface="Nunito"/>
                        </a:rPr>
                        <a:t>84.96</a:t>
                      </a:r>
                      <a:endParaRPr sz="1200" u="none" strike="noStrike" cap="none">
                        <a:latin typeface="Nunito"/>
                        <a:ea typeface="Nunito"/>
                        <a:cs typeface="Nunito"/>
                        <a:sym typeface="Nunito"/>
                      </a:endParaRPr>
                    </a:p>
                  </a:txBody>
                  <a:tcPr marL="91425" marR="91425" marT="91425" marB="91425" anchor="ctr"/>
                </a:tc>
                <a:tc>
                  <a:txBody>
                    <a:bodyPr/>
                    <a:lstStyle/>
                    <a:p>
                      <a:pPr marL="0" marR="0" lvl="0" indent="0" algn="ctr" rtl="0">
                        <a:lnSpc>
                          <a:spcPct val="115000"/>
                        </a:lnSpc>
                        <a:spcBef>
                          <a:spcPts val="0"/>
                        </a:spcBef>
                        <a:spcAft>
                          <a:spcPts val="0"/>
                        </a:spcAft>
                        <a:buClr>
                          <a:srgbClr val="000000"/>
                        </a:buClr>
                        <a:buSzPts val="1400"/>
                        <a:buFont typeface="Arial"/>
                        <a:buNone/>
                      </a:pPr>
                      <a:r>
                        <a:rPr lang="en-US" sz="1200" u="none" strike="noStrike" cap="none">
                          <a:latin typeface="Nunito"/>
                          <a:ea typeface="Nunito"/>
                          <a:cs typeface="Nunito"/>
                          <a:sym typeface="Nunito"/>
                        </a:rPr>
                        <a:t>0.507</a:t>
                      </a:r>
                      <a:endParaRPr sz="1200" u="none" strike="noStrike" cap="none">
                        <a:latin typeface="Nunito"/>
                        <a:ea typeface="Nunito"/>
                        <a:cs typeface="Nunito"/>
                        <a:sym typeface="Nunito"/>
                      </a:endParaRPr>
                    </a:p>
                  </a:txBody>
                  <a:tcPr marL="91425" marR="91425" marT="91425" marB="91425" anchor="ctr"/>
                </a:tc>
                <a:tc>
                  <a:txBody>
                    <a:bodyPr/>
                    <a:lstStyle/>
                    <a:p>
                      <a:pPr marL="0" marR="0" lvl="0" indent="0" algn="ctr" rtl="0">
                        <a:lnSpc>
                          <a:spcPct val="115000"/>
                        </a:lnSpc>
                        <a:spcBef>
                          <a:spcPts val="0"/>
                        </a:spcBef>
                        <a:spcAft>
                          <a:spcPts val="0"/>
                        </a:spcAft>
                        <a:buClr>
                          <a:srgbClr val="000000"/>
                        </a:buClr>
                        <a:buSzPts val="1400"/>
                        <a:buFont typeface="Arial"/>
                        <a:buNone/>
                      </a:pPr>
                      <a:r>
                        <a:rPr lang="en-US" sz="1200" u="none" strike="noStrike" cap="none">
                          <a:latin typeface="Nunito"/>
                          <a:ea typeface="Nunito"/>
                          <a:cs typeface="Nunito"/>
                          <a:sym typeface="Nunito"/>
                        </a:rPr>
                        <a:t>74.20</a:t>
                      </a:r>
                      <a:endParaRPr sz="1200" u="none" strike="noStrike" cap="none">
                        <a:latin typeface="Nunito"/>
                        <a:ea typeface="Nunito"/>
                        <a:cs typeface="Nunito"/>
                        <a:sym typeface="Nunito"/>
                      </a:endParaRPr>
                    </a:p>
                  </a:txBody>
                  <a:tcPr marL="91425" marR="91425" marT="91425" marB="91425" anchor="ctr"/>
                </a:tc>
                <a:tc>
                  <a:txBody>
                    <a:bodyPr/>
                    <a:lstStyle/>
                    <a:p>
                      <a:pPr marL="0" marR="0" lvl="0" indent="0" algn="ctr" rtl="0">
                        <a:lnSpc>
                          <a:spcPct val="115000"/>
                        </a:lnSpc>
                        <a:spcBef>
                          <a:spcPts val="0"/>
                        </a:spcBef>
                        <a:spcAft>
                          <a:spcPts val="0"/>
                        </a:spcAft>
                        <a:buClr>
                          <a:srgbClr val="000000"/>
                        </a:buClr>
                        <a:buSzPts val="1400"/>
                        <a:buFont typeface="Arial"/>
                        <a:buNone/>
                      </a:pPr>
                      <a:r>
                        <a:rPr lang="en-US" sz="1200" u="none" strike="noStrike" cap="none">
                          <a:latin typeface="Nunito"/>
                          <a:ea typeface="Nunito"/>
                          <a:cs typeface="Nunito"/>
                          <a:sym typeface="Nunito"/>
                        </a:rPr>
                        <a:t>76.71</a:t>
                      </a:r>
                      <a:endParaRPr sz="1200" u="none" strike="noStrike" cap="none">
                        <a:latin typeface="Nunito"/>
                        <a:ea typeface="Nunito"/>
                        <a:cs typeface="Nunito"/>
                        <a:sym typeface="Nunito"/>
                      </a:endParaRPr>
                    </a:p>
                  </a:txBody>
                  <a:tcPr marL="91425" marR="91425" marT="91425" marB="91425" anchor="ctr"/>
                </a:tc>
                <a:extLst>
                  <a:ext uri="{0D108BD9-81ED-4DB2-BD59-A6C34878D82A}">
                    <a16:rowId xmlns:a16="http://schemas.microsoft.com/office/drawing/2014/main" val="10001"/>
                  </a:ext>
                </a:extLst>
              </a:tr>
              <a:tr h="417175">
                <a:tc>
                  <a:txBody>
                    <a:bodyPr/>
                    <a:lstStyle/>
                    <a:p>
                      <a:pPr marL="0" lvl="0" indent="0" algn="ctr" rtl="0">
                        <a:spcBef>
                          <a:spcPts val="0"/>
                        </a:spcBef>
                        <a:spcAft>
                          <a:spcPts val="0"/>
                        </a:spcAft>
                        <a:buClr>
                          <a:srgbClr val="000000"/>
                        </a:buClr>
                        <a:buSzPts val="1200"/>
                        <a:buFont typeface="Arial"/>
                        <a:buNone/>
                      </a:pPr>
                      <a:r>
                        <a:rPr lang="en-US" sz="1200">
                          <a:latin typeface="Nunito"/>
                          <a:ea typeface="Nunito"/>
                          <a:cs typeface="Nunito"/>
                          <a:sym typeface="Nunito"/>
                        </a:rPr>
                        <a:t>With parameter tuning</a:t>
                      </a:r>
                      <a:endParaRPr sz="1200">
                        <a:latin typeface="Nunito"/>
                        <a:ea typeface="Nunito"/>
                        <a:cs typeface="Nunito"/>
                        <a:sym typeface="Nunito"/>
                      </a:endParaRPr>
                    </a:p>
                  </a:txBody>
                  <a:tcPr marL="91450" marR="91450" marT="45725" marB="45725" anchor="ctr">
                    <a:lnB w="12700" cap="flat" cmpd="sng">
                      <a:solidFill>
                        <a:schemeClr val="lt1"/>
                      </a:solidFill>
                      <a:prstDash val="solid"/>
                      <a:round/>
                      <a:headEnd type="none" w="sm" len="sm"/>
                      <a:tailEnd type="none" w="sm" len="sm"/>
                    </a:lnB>
                  </a:tcPr>
                </a:tc>
                <a:tc>
                  <a:txBody>
                    <a:bodyPr/>
                    <a:lstStyle/>
                    <a:p>
                      <a:pPr marL="0" marR="0" lvl="0" indent="0" algn="ctr" rtl="0">
                        <a:lnSpc>
                          <a:spcPct val="115000"/>
                        </a:lnSpc>
                        <a:spcBef>
                          <a:spcPts val="0"/>
                        </a:spcBef>
                        <a:spcAft>
                          <a:spcPts val="0"/>
                        </a:spcAft>
                        <a:buClr>
                          <a:srgbClr val="000000"/>
                        </a:buClr>
                        <a:buSzPts val="1400"/>
                        <a:buFont typeface="Arial"/>
                        <a:buNone/>
                      </a:pPr>
                      <a:r>
                        <a:rPr lang="en-US" sz="1200" u="none" strike="noStrike" cap="none">
                          <a:latin typeface="Nunito"/>
                          <a:ea typeface="Nunito"/>
                          <a:cs typeface="Nunito"/>
                          <a:sym typeface="Nunito"/>
                        </a:rPr>
                        <a:t>87.92</a:t>
                      </a:r>
                      <a:endParaRPr sz="1200" u="none" strike="noStrike" cap="none">
                        <a:latin typeface="Nunito"/>
                        <a:ea typeface="Nunito"/>
                        <a:cs typeface="Nunito"/>
                        <a:sym typeface="Nunito"/>
                      </a:endParaRPr>
                    </a:p>
                  </a:txBody>
                  <a:tcPr marL="91425" marR="91425" marT="91425" marB="91425" anchor="ctr">
                    <a:lnB w="12700" cap="flat" cmpd="sng">
                      <a:solidFill>
                        <a:schemeClr val="lt1"/>
                      </a:solidFill>
                      <a:prstDash val="solid"/>
                      <a:round/>
                      <a:headEnd type="none" w="sm" len="sm"/>
                      <a:tailEnd type="none" w="sm" len="sm"/>
                    </a:lnB>
                  </a:tcPr>
                </a:tc>
                <a:tc>
                  <a:txBody>
                    <a:bodyPr/>
                    <a:lstStyle/>
                    <a:p>
                      <a:pPr marL="0" marR="0" lvl="0" indent="0" algn="ctr" rtl="0">
                        <a:lnSpc>
                          <a:spcPct val="115000"/>
                        </a:lnSpc>
                        <a:spcBef>
                          <a:spcPts val="0"/>
                        </a:spcBef>
                        <a:spcAft>
                          <a:spcPts val="0"/>
                        </a:spcAft>
                        <a:buClr>
                          <a:srgbClr val="000000"/>
                        </a:buClr>
                        <a:buSzPts val="1400"/>
                        <a:buFont typeface="Arial"/>
                        <a:buNone/>
                      </a:pPr>
                      <a:r>
                        <a:rPr lang="en-US" sz="1200" u="none" strike="noStrike" cap="none">
                          <a:latin typeface="Nunito"/>
                          <a:ea typeface="Nunito"/>
                          <a:cs typeface="Nunito"/>
                          <a:sym typeface="Nunito"/>
                        </a:rPr>
                        <a:t>0.583</a:t>
                      </a:r>
                      <a:endParaRPr sz="1200" u="none" strike="noStrike" cap="none">
                        <a:latin typeface="Nunito"/>
                        <a:ea typeface="Nunito"/>
                        <a:cs typeface="Nunito"/>
                        <a:sym typeface="Nunito"/>
                      </a:endParaRPr>
                    </a:p>
                  </a:txBody>
                  <a:tcPr marL="91425" marR="91425" marT="91425" marB="91425" anchor="ctr">
                    <a:lnB w="12700" cap="flat" cmpd="sng">
                      <a:solidFill>
                        <a:schemeClr val="lt1"/>
                      </a:solidFill>
                      <a:prstDash val="solid"/>
                      <a:round/>
                      <a:headEnd type="none" w="sm" len="sm"/>
                      <a:tailEnd type="none" w="sm" len="sm"/>
                    </a:lnB>
                  </a:tcPr>
                </a:tc>
                <a:tc>
                  <a:txBody>
                    <a:bodyPr/>
                    <a:lstStyle/>
                    <a:p>
                      <a:pPr marL="0" marR="0" lvl="0" indent="0" algn="ctr" rtl="0">
                        <a:lnSpc>
                          <a:spcPct val="115000"/>
                        </a:lnSpc>
                        <a:spcBef>
                          <a:spcPts val="0"/>
                        </a:spcBef>
                        <a:spcAft>
                          <a:spcPts val="0"/>
                        </a:spcAft>
                        <a:buClr>
                          <a:srgbClr val="000000"/>
                        </a:buClr>
                        <a:buSzPts val="1400"/>
                        <a:buFont typeface="Arial"/>
                        <a:buNone/>
                      </a:pPr>
                      <a:r>
                        <a:rPr lang="en-US" sz="1200" u="none" strike="noStrike" cap="none">
                          <a:latin typeface="Nunito"/>
                          <a:ea typeface="Nunito"/>
                          <a:cs typeface="Nunito"/>
                          <a:sym typeface="Nunito"/>
                        </a:rPr>
                        <a:t>76.37</a:t>
                      </a:r>
                      <a:endParaRPr sz="1200" u="none" strike="noStrike" cap="none">
                        <a:latin typeface="Nunito"/>
                        <a:ea typeface="Nunito"/>
                        <a:cs typeface="Nunito"/>
                        <a:sym typeface="Nunito"/>
                      </a:endParaRPr>
                    </a:p>
                  </a:txBody>
                  <a:tcPr marL="91425" marR="91425" marT="91425" marB="91425" anchor="ctr">
                    <a:lnB w="12700" cap="flat" cmpd="sng">
                      <a:solidFill>
                        <a:schemeClr val="lt1"/>
                      </a:solidFill>
                      <a:prstDash val="solid"/>
                      <a:round/>
                      <a:headEnd type="none" w="sm" len="sm"/>
                      <a:tailEnd type="none" w="sm" len="sm"/>
                    </a:lnB>
                  </a:tcPr>
                </a:tc>
                <a:tc>
                  <a:txBody>
                    <a:bodyPr/>
                    <a:lstStyle/>
                    <a:p>
                      <a:pPr marL="0" marR="0" lvl="0" indent="0" algn="ctr" rtl="0">
                        <a:lnSpc>
                          <a:spcPct val="115000"/>
                        </a:lnSpc>
                        <a:spcBef>
                          <a:spcPts val="0"/>
                        </a:spcBef>
                        <a:spcAft>
                          <a:spcPts val="0"/>
                        </a:spcAft>
                        <a:buClr>
                          <a:srgbClr val="000000"/>
                        </a:buClr>
                        <a:buSzPts val="1400"/>
                        <a:buFont typeface="Arial"/>
                        <a:buNone/>
                      </a:pPr>
                      <a:r>
                        <a:rPr lang="en-US" sz="1200" u="none" strike="noStrike" cap="none">
                          <a:latin typeface="Nunito"/>
                          <a:ea typeface="Nunito"/>
                          <a:cs typeface="Nunito"/>
                          <a:sym typeface="Nunito"/>
                        </a:rPr>
                        <a:t>83.17</a:t>
                      </a:r>
                      <a:endParaRPr sz="1200" u="none" strike="noStrike" cap="none">
                        <a:latin typeface="Nunito"/>
                        <a:ea typeface="Nunito"/>
                        <a:cs typeface="Nunito"/>
                        <a:sym typeface="Nunito"/>
                      </a:endParaRPr>
                    </a:p>
                  </a:txBody>
                  <a:tcPr marL="91425" marR="91425" marT="91425" marB="91425" anchor="ctr">
                    <a:lnB w="12700" cap="flat" cmpd="sng">
                      <a:solidFill>
                        <a:schemeClr val="lt1"/>
                      </a:solidFill>
                      <a:prstDash val="solid"/>
                      <a:round/>
                      <a:headEnd type="none" w="sm" len="sm"/>
                      <a:tailEnd type="none" w="sm" len="sm"/>
                    </a:lnB>
                  </a:tcPr>
                </a:tc>
                <a:extLst>
                  <a:ext uri="{0D108BD9-81ED-4DB2-BD59-A6C34878D82A}">
                    <a16:rowId xmlns:a16="http://schemas.microsoft.com/office/drawing/2014/main" val="10002"/>
                  </a:ext>
                </a:extLst>
              </a:tr>
              <a:tr h="417175">
                <a:tc>
                  <a:txBody>
                    <a:bodyPr/>
                    <a:lstStyle/>
                    <a:p>
                      <a:pPr marL="0" marR="0" lvl="0" indent="0" algn="ctr" rtl="0">
                        <a:lnSpc>
                          <a:spcPct val="100000"/>
                        </a:lnSpc>
                        <a:spcBef>
                          <a:spcPts val="0"/>
                        </a:spcBef>
                        <a:spcAft>
                          <a:spcPts val="0"/>
                        </a:spcAft>
                        <a:buClr>
                          <a:srgbClr val="000000"/>
                        </a:buClr>
                        <a:buSzPts val="1200"/>
                        <a:buFont typeface="Arial"/>
                        <a:buNone/>
                      </a:pPr>
                      <a:r>
                        <a:rPr lang="en-US" sz="1200">
                          <a:latin typeface="Nunito"/>
                          <a:ea typeface="Nunito"/>
                          <a:cs typeface="Nunito"/>
                          <a:sym typeface="Nunito"/>
                        </a:rPr>
                        <a:t>Grid Search Optimized Model</a:t>
                      </a:r>
                      <a:endParaRPr sz="1200" u="none" strike="noStrike" cap="none">
                        <a:latin typeface="Nunito"/>
                        <a:ea typeface="Nunito"/>
                        <a:cs typeface="Nunito"/>
                        <a:sym typeface="Nunito"/>
                      </a:endParaRPr>
                    </a:p>
                  </a:txBody>
                  <a:tcPr marL="91450" marR="91450" marT="45725" marB="45725" anchor="ctr">
                    <a:lnL w="12700" cap="flat" cmpd="sng">
                      <a:solidFill>
                        <a:schemeClr val="lt1"/>
                      </a:solidFill>
                      <a:prstDash val="solid"/>
                      <a:round/>
                      <a:headEnd type="none" w="sm" len="sm"/>
                      <a:tailEnd type="none" w="sm" len="sm"/>
                    </a:lnL>
                    <a:lnR w="12700" cap="flat" cmpd="sng">
                      <a:solidFill>
                        <a:schemeClr val="lt1"/>
                      </a:solidFill>
                      <a:prstDash val="solid"/>
                      <a:round/>
                      <a:headEnd type="none" w="sm" len="sm"/>
                      <a:tailEnd type="none" w="sm" len="sm"/>
                    </a:lnR>
                    <a:lnT w="12700" cap="flat" cmpd="sng">
                      <a:solidFill>
                        <a:schemeClr val="lt1"/>
                      </a:solidFill>
                      <a:prstDash val="solid"/>
                      <a:round/>
                      <a:headEnd type="none" w="sm" len="sm"/>
                      <a:tailEnd type="none" w="sm" len="sm"/>
                    </a:lnT>
                    <a:lnB w="38100" cap="flat" cmpd="sng">
                      <a:solidFill>
                        <a:schemeClr val="lt1"/>
                      </a:solidFill>
                      <a:prstDash val="solid"/>
                      <a:round/>
                      <a:headEnd type="none" w="sm" len="sm"/>
                      <a:tailEnd type="none" w="sm" len="sm"/>
                    </a:lnB>
                  </a:tcPr>
                </a:tc>
                <a:tc>
                  <a:txBody>
                    <a:bodyPr/>
                    <a:lstStyle/>
                    <a:p>
                      <a:pPr marL="0" marR="0" lvl="0" indent="0" algn="ctr" rtl="0">
                        <a:lnSpc>
                          <a:spcPct val="115000"/>
                        </a:lnSpc>
                        <a:spcBef>
                          <a:spcPts val="0"/>
                        </a:spcBef>
                        <a:spcAft>
                          <a:spcPts val="0"/>
                        </a:spcAft>
                        <a:buClr>
                          <a:srgbClr val="000000"/>
                        </a:buClr>
                        <a:buSzPts val="1400"/>
                        <a:buFont typeface="Arial"/>
                        <a:buNone/>
                      </a:pPr>
                      <a:r>
                        <a:rPr lang="en-US" sz="1200" u="none" strike="noStrike" cap="none">
                          <a:latin typeface="Nunito"/>
                          <a:ea typeface="Nunito"/>
                          <a:cs typeface="Nunito"/>
                          <a:sym typeface="Nunito"/>
                        </a:rPr>
                        <a:t>8</a:t>
                      </a:r>
                      <a:r>
                        <a:rPr lang="en-US" sz="1200">
                          <a:latin typeface="Nunito"/>
                          <a:ea typeface="Nunito"/>
                          <a:cs typeface="Nunito"/>
                          <a:sym typeface="Nunito"/>
                        </a:rPr>
                        <a:t>8</a:t>
                      </a:r>
                      <a:r>
                        <a:rPr lang="en-US" sz="1200" u="none" strike="noStrike" cap="none">
                          <a:latin typeface="Nunito"/>
                          <a:ea typeface="Nunito"/>
                          <a:cs typeface="Nunito"/>
                          <a:sym typeface="Nunito"/>
                        </a:rPr>
                        <a:t>.</a:t>
                      </a:r>
                      <a:r>
                        <a:rPr lang="en-US" sz="1200">
                          <a:latin typeface="Nunito"/>
                          <a:ea typeface="Nunito"/>
                          <a:cs typeface="Nunito"/>
                          <a:sym typeface="Nunito"/>
                        </a:rPr>
                        <a:t>120</a:t>
                      </a:r>
                      <a:endParaRPr sz="1200" u="none" strike="noStrike" cap="none">
                        <a:latin typeface="Nunito"/>
                        <a:ea typeface="Nunito"/>
                        <a:cs typeface="Nunito"/>
                        <a:sym typeface="Nunito"/>
                      </a:endParaRPr>
                    </a:p>
                  </a:txBody>
                  <a:tcPr marL="91425" marR="91425" marT="91425" marB="91425" anchor="ctr">
                    <a:lnL w="12700" cap="flat" cmpd="sng">
                      <a:solidFill>
                        <a:schemeClr val="lt1"/>
                      </a:solidFill>
                      <a:prstDash val="solid"/>
                      <a:round/>
                      <a:headEnd type="none" w="sm" len="sm"/>
                      <a:tailEnd type="none" w="sm" len="sm"/>
                    </a:lnL>
                    <a:lnR w="12700" cap="flat" cmpd="sng">
                      <a:solidFill>
                        <a:schemeClr val="lt1"/>
                      </a:solidFill>
                      <a:prstDash val="solid"/>
                      <a:round/>
                      <a:headEnd type="none" w="sm" len="sm"/>
                      <a:tailEnd type="none" w="sm" len="sm"/>
                    </a:lnR>
                    <a:lnT w="12700" cap="flat" cmpd="sng">
                      <a:solidFill>
                        <a:schemeClr val="lt1"/>
                      </a:solidFill>
                      <a:prstDash val="solid"/>
                      <a:round/>
                      <a:headEnd type="none" w="sm" len="sm"/>
                      <a:tailEnd type="none" w="sm" len="sm"/>
                    </a:lnT>
                    <a:lnB w="38100" cap="flat" cmpd="sng">
                      <a:solidFill>
                        <a:schemeClr val="lt1"/>
                      </a:solidFill>
                      <a:prstDash val="solid"/>
                      <a:round/>
                      <a:headEnd type="none" w="sm" len="sm"/>
                      <a:tailEnd type="none" w="sm" len="sm"/>
                    </a:lnB>
                  </a:tcPr>
                </a:tc>
                <a:tc>
                  <a:txBody>
                    <a:bodyPr/>
                    <a:lstStyle/>
                    <a:p>
                      <a:pPr marL="0" marR="0" lvl="0" indent="0" algn="ctr" rtl="0">
                        <a:lnSpc>
                          <a:spcPct val="115000"/>
                        </a:lnSpc>
                        <a:spcBef>
                          <a:spcPts val="0"/>
                        </a:spcBef>
                        <a:spcAft>
                          <a:spcPts val="0"/>
                        </a:spcAft>
                        <a:buClr>
                          <a:srgbClr val="000000"/>
                        </a:buClr>
                        <a:buSzPts val="1400"/>
                        <a:buFont typeface="Arial"/>
                        <a:buNone/>
                      </a:pPr>
                      <a:r>
                        <a:rPr lang="en-US" sz="1200" u="none" strike="noStrike" cap="none">
                          <a:latin typeface="Nunito"/>
                          <a:ea typeface="Nunito"/>
                          <a:cs typeface="Nunito"/>
                          <a:sym typeface="Nunito"/>
                        </a:rPr>
                        <a:t>0.5</a:t>
                      </a:r>
                      <a:r>
                        <a:rPr lang="en-US" sz="1200">
                          <a:latin typeface="Nunito"/>
                          <a:ea typeface="Nunito"/>
                          <a:cs typeface="Nunito"/>
                          <a:sym typeface="Nunito"/>
                        </a:rPr>
                        <a:t>46</a:t>
                      </a:r>
                      <a:endParaRPr sz="1200" u="none" strike="noStrike" cap="none">
                        <a:latin typeface="Nunito"/>
                        <a:ea typeface="Nunito"/>
                        <a:cs typeface="Nunito"/>
                        <a:sym typeface="Nunito"/>
                      </a:endParaRPr>
                    </a:p>
                  </a:txBody>
                  <a:tcPr marL="91425" marR="91425" marT="91425" marB="91425" anchor="ctr">
                    <a:lnL w="12700" cap="flat" cmpd="sng">
                      <a:solidFill>
                        <a:schemeClr val="lt1"/>
                      </a:solidFill>
                      <a:prstDash val="solid"/>
                      <a:round/>
                      <a:headEnd type="none" w="sm" len="sm"/>
                      <a:tailEnd type="none" w="sm" len="sm"/>
                    </a:lnL>
                    <a:lnR w="12700" cap="flat" cmpd="sng">
                      <a:solidFill>
                        <a:schemeClr val="lt1"/>
                      </a:solidFill>
                      <a:prstDash val="solid"/>
                      <a:round/>
                      <a:headEnd type="none" w="sm" len="sm"/>
                      <a:tailEnd type="none" w="sm" len="sm"/>
                    </a:lnR>
                    <a:lnT w="12700" cap="flat" cmpd="sng">
                      <a:solidFill>
                        <a:schemeClr val="lt1"/>
                      </a:solidFill>
                      <a:prstDash val="solid"/>
                      <a:round/>
                      <a:headEnd type="none" w="sm" len="sm"/>
                      <a:tailEnd type="none" w="sm" len="sm"/>
                    </a:lnT>
                    <a:lnB w="38100" cap="flat" cmpd="sng">
                      <a:solidFill>
                        <a:schemeClr val="lt1"/>
                      </a:solidFill>
                      <a:prstDash val="solid"/>
                      <a:round/>
                      <a:headEnd type="none" w="sm" len="sm"/>
                      <a:tailEnd type="none" w="sm" len="sm"/>
                    </a:lnB>
                  </a:tcPr>
                </a:tc>
                <a:tc>
                  <a:txBody>
                    <a:bodyPr/>
                    <a:lstStyle/>
                    <a:p>
                      <a:pPr marL="0" marR="0" lvl="0" indent="0" algn="ctr" rtl="0">
                        <a:lnSpc>
                          <a:spcPct val="115000"/>
                        </a:lnSpc>
                        <a:spcBef>
                          <a:spcPts val="0"/>
                        </a:spcBef>
                        <a:spcAft>
                          <a:spcPts val="0"/>
                        </a:spcAft>
                        <a:buClr>
                          <a:srgbClr val="000000"/>
                        </a:buClr>
                        <a:buSzPts val="1400"/>
                        <a:buFont typeface="Arial"/>
                        <a:buNone/>
                      </a:pPr>
                      <a:r>
                        <a:rPr lang="en-US" sz="1200" u="none" strike="noStrike" cap="none">
                          <a:latin typeface="Nunito"/>
                          <a:ea typeface="Nunito"/>
                          <a:cs typeface="Nunito"/>
                          <a:sym typeface="Nunito"/>
                        </a:rPr>
                        <a:t>7</a:t>
                      </a:r>
                      <a:r>
                        <a:rPr lang="en-US" sz="1200">
                          <a:latin typeface="Nunito"/>
                          <a:ea typeface="Nunito"/>
                          <a:cs typeface="Nunito"/>
                          <a:sym typeface="Nunito"/>
                        </a:rPr>
                        <a:t>2</a:t>
                      </a:r>
                      <a:r>
                        <a:rPr lang="en-US" sz="1200" u="none" strike="noStrike" cap="none">
                          <a:latin typeface="Nunito"/>
                          <a:ea typeface="Nunito"/>
                          <a:cs typeface="Nunito"/>
                          <a:sym typeface="Nunito"/>
                        </a:rPr>
                        <a:t>.</a:t>
                      </a:r>
                      <a:r>
                        <a:rPr lang="en-US" sz="1200">
                          <a:latin typeface="Nunito"/>
                          <a:ea typeface="Nunito"/>
                          <a:cs typeface="Nunito"/>
                          <a:sym typeface="Nunito"/>
                        </a:rPr>
                        <a:t>24</a:t>
                      </a:r>
                      <a:endParaRPr sz="1200" u="none" strike="noStrike" cap="none">
                        <a:latin typeface="Nunito"/>
                        <a:ea typeface="Nunito"/>
                        <a:cs typeface="Nunito"/>
                        <a:sym typeface="Nunito"/>
                      </a:endParaRPr>
                    </a:p>
                  </a:txBody>
                  <a:tcPr marL="91425" marR="91425" marT="91425" marB="91425" anchor="ctr">
                    <a:lnL w="12700" cap="flat" cmpd="sng">
                      <a:solidFill>
                        <a:schemeClr val="lt1"/>
                      </a:solidFill>
                      <a:prstDash val="solid"/>
                      <a:round/>
                      <a:headEnd type="none" w="sm" len="sm"/>
                      <a:tailEnd type="none" w="sm" len="sm"/>
                    </a:lnL>
                    <a:lnR w="12700" cap="flat" cmpd="sng">
                      <a:solidFill>
                        <a:schemeClr val="lt1"/>
                      </a:solidFill>
                      <a:prstDash val="solid"/>
                      <a:round/>
                      <a:headEnd type="none" w="sm" len="sm"/>
                      <a:tailEnd type="none" w="sm" len="sm"/>
                    </a:lnR>
                    <a:lnT w="12700" cap="flat" cmpd="sng">
                      <a:solidFill>
                        <a:schemeClr val="lt1"/>
                      </a:solidFill>
                      <a:prstDash val="solid"/>
                      <a:round/>
                      <a:headEnd type="none" w="sm" len="sm"/>
                      <a:tailEnd type="none" w="sm" len="sm"/>
                    </a:lnT>
                    <a:lnB w="38100" cap="flat" cmpd="sng">
                      <a:solidFill>
                        <a:schemeClr val="lt1"/>
                      </a:solidFill>
                      <a:prstDash val="solid"/>
                      <a:round/>
                      <a:headEnd type="none" w="sm" len="sm"/>
                      <a:tailEnd type="none" w="sm" len="sm"/>
                    </a:lnB>
                  </a:tcPr>
                </a:tc>
                <a:tc>
                  <a:txBody>
                    <a:bodyPr/>
                    <a:lstStyle/>
                    <a:p>
                      <a:pPr marL="0" marR="0" lvl="0" indent="0" algn="ctr" rtl="0">
                        <a:lnSpc>
                          <a:spcPct val="115000"/>
                        </a:lnSpc>
                        <a:spcBef>
                          <a:spcPts val="0"/>
                        </a:spcBef>
                        <a:spcAft>
                          <a:spcPts val="0"/>
                        </a:spcAft>
                        <a:buClr>
                          <a:srgbClr val="000000"/>
                        </a:buClr>
                        <a:buSzPts val="1400"/>
                        <a:buFont typeface="Arial"/>
                        <a:buNone/>
                      </a:pPr>
                      <a:r>
                        <a:rPr lang="en-US" sz="1200" u="none" strike="noStrike" cap="none">
                          <a:latin typeface="Nunito"/>
                          <a:ea typeface="Nunito"/>
                          <a:cs typeface="Nunito"/>
                          <a:sym typeface="Nunito"/>
                        </a:rPr>
                        <a:t>8</a:t>
                      </a:r>
                      <a:r>
                        <a:rPr lang="en-US" sz="1200">
                          <a:latin typeface="Nunito"/>
                          <a:ea typeface="Nunito"/>
                          <a:cs typeface="Nunito"/>
                          <a:sym typeface="Nunito"/>
                        </a:rPr>
                        <a:t>9</a:t>
                      </a:r>
                      <a:r>
                        <a:rPr lang="en-US" sz="1200" u="none" strike="noStrike" cap="none">
                          <a:latin typeface="Nunito"/>
                          <a:ea typeface="Nunito"/>
                          <a:cs typeface="Nunito"/>
                          <a:sym typeface="Nunito"/>
                        </a:rPr>
                        <a:t>.</a:t>
                      </a:r>
                      <a:r>
                        <a:rPr lang="en-US" sz="1200">
                          <a:latin typeface="Nunito"/>
                          <a:ea typeface="Nunito"/>
                          <a:cs typeface="Nunito"/>
                          <a:sym typeface="Nunito"/>
                        </a:rPr>
                        <a:t>25</a:t>
                      </a:r>
                      <a:endParaRPr sz="1200" u="none" strike="noStrike" cap="none">
                        <a:latin typeface="Nunito"/>
                        <a:ea typeface="Nunito"/>
                        <a:cs typeface="Nunito"/>
                        <a:sym typeface="Nunito"/>
                      </a:endParaRPr>
                    </a:p>
                  </a:txBody>
                  <a:tcPr marL="91425" marR="91425" marT="91425" marB="91425" anchor="ctr">
                    <a:lnL w="12700" cap="flat" cmpd="sng">
                      <a:solidFill>
                        <a:schemeClr val="lt1"/>
                      </a:solidFill>
                      <a:prstDash val="solid"/>
                      <a:round/>
                      <a:headEnd type="none" w="sm" len="sm"/>
                      <a:tailEnd type="none" w="sm" len="sm"/>
                    </a:lnL>
                    <a:lnR w="12700" cap="flat" cmpd="sng">
                      <a:solidFill>
                        <a:schemeClr val="lt1"/>
                      </a:solidFill>
                      <a:prstDash val="solid"/>
                      <a:round/>
                      <a:headEnd type="none" w="sm" len="sm"/>
                      <a:tailEnd type="none" w="sm" len="sm"/>
                    </a:lnR>
                    <a:lnT w="12700" cap="flat" cmpd="sng">
                      <a:solidFill>
                        <a:schemeClr val="lt1"/>
                      </a:solidFill>
                      <a:prstDash val="solid"/>
                      <a:round/>
                      <a:headEnd type="none" w="sm" len="sm"/>
                      <a:tailEnd type="none" w="sm" len="sm"/>
                    </a:lnT>
                    <a:lnB w="38100" cap="flat" cmpd="sng">
                      <a:solidFill>
                        <a:schemeClr val="lt1"/>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
        <p:nvSpPr>
          <p:cNvPr id="2" name="Slide Number Placeholder 1">
            <a:extLst>
              <a:ext uri="{FF2B5EF4-FFF2-40B4-BE49-F238E27FC236}">
                <a16:creationId xmlns:a16="http://schemas.microsoft.com/office/drawing/2014/main" id="{12509EB3-413F-679D-B362-F2544166F3CA}"/>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259"/>
        <p:cNvGrpSpPr/>
        <p:nvPr/>
      </p:nvGrpSpPr>
      <p:grpSpPr>
        <a:xfrm>
          <a:off x="0" y="0"/>
          <a:ext cx="0" cy="0"/>
          <a:chOff x="0" y="0"/>
          <a:chExt cx="0" cy="0"/>
        </a:xfrm>
      </p:grpSpPr>
      <p:sp>
        <p:nvSpPr>
          <p:cNvPr id="260" name="Google Shape;260;p52"/>
          <p:cNvSpPr txBox="1">
            <a:spLocks noGrp="1"/>
          </p:cNvSpPr>
          <p:nvPr>
            <p:ph type="title"/>
          </p:nvPr>
        </p:nvSpPr>
        <p:spPr>
          <a:xfrm>
            <a:off x="202550" y="289279"/>
            <a:ext cx="852060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US">
                <a:solidFill>
                  <a:schemeClr val="lt2"/>
                </a:solidFill>
                <a:latin typeface="Century Gothic"/>
                <a:ea typeface="Century Gothic"/>
                <a:cs typeface="Century Gothic"/>
                <a:sym typeface="Century Gothic"/>
              </a:rPr>
              <a:t>Conclusions and Recommendations</a:t>
            </a:r>
            <a:endParaRPr>
              <a:solidFill>
                <a:schemeClr val="lt2"/>
              </a:solidFill>
              <a:latin typeface="Century Gothic"/>
              <a:ea typeface="Century Gothic"/>
              <a:cs typeface="Century Gothic"/>
              <a:sym typeface="Century Gothic"/>
            </a:endParaRPr>
          </a:p>
        </p:txBody>
      </p:sp>
      <p:sp>
        <p:nvSpPr>
          <p:cNvPr id="261" name="Google Shape;261;p52"/>
          <p:cNvSpPr txBox="1">
            <a:spLocks noGrp="1"/>
          </p:cNvSpPr>
          <p:nvPr>
            <p:ph type="body" idx="1"/>
          </p:nvPr>
        </p:nvSpPr>
        <p:spPr>
          <a:xfrm>
            <a:off x="202550" y="861975"/>
            <a:ext cx="8629800" cy="560636"/>
          </a:xfrm>
          <a:prstGeom prst="rect">
            <a:avLst/>
          </a:prstGeom>
          <a:noFill/>
          <a:ln>
            <a:noFill/>
          </a:ln>
        </p:spPr>
        <p:txBody>
          <a:bodyPr spcFirstLastPara="1" wrap="square" lIns="91425" tIns="91425" rIns="91425" bIns="91425" anchor="t" anchorCtr="0">
            <a:spAutoFit/>
          </a:bodyPr>
          <a:lstStyle/>
          <a:p>
            <a:pPr marL="457200" lvl="0" indent="-317500" algn="l" rtl="0">
              <a:lnSpc>
                <a:spcPct val="115000"/>
              </a:lnSpc>
              <a:spcBef>
                <a:spcPts val="1000"/>
              </a:spcBef>
              <a:spcAft>
                <a:spcPts val="0"/>
              </a:spcAft>
              <a:buClr>
                <a:schemeClr val="dk1"/>
              </a:buClr>
              <a:buSzPts val="1400"/>
              <a:buFont typeface="Century Gothic"/>
              <a:buChar char="●"/>
            </a:pPr>
            <a:r>
              <a:rPr lang="en-US" sz="1400">
                <a:solidFill>
                  <a:schemeClr val="dk1"/>
                </a:solidFill>
                <a:latin typeface="Century Gothic"/>
                <a:ea typeface="Century Gothic"/>
                <a:cs typeface="Century Gothic"/>
                <a:sym typeface="Century Gothic"/>
              </a:rPr>
              <a:t>Please mention actionable insights &amp; recommendations</a:t>
            </a:r>
            <a:endParaRPr sz="1400">
              <a:solidFill>
                <a:schemeClr val="dk1"/>
              </a:solidFill>
              <a:latin typeface="Century Gothic"/>
              <a:ea typeface="Century Gothic"/>
              <a:cs typeface="Century Gothic"/>
              <a:sym typeface="Century Gothic"/>
            </a:endParaRPr>
          </a:p>
        </p:txBody>
      </p:sp>
      <p:sp>
        <p:nvSpPr>
          <p:cNvPr id="2" name="Slide Number Placeholder 1">
            <a:extLst>
              <a:ext uri="{FF2B5EF4-FFF2-40B4-BE49-F238E27FC236}">
                <a16:creationId xmlns:a16="http://schemas.microsoft.com/office/drawing/2014/main" id="{8D7BEC19-31A9-812F-8E02-ADF79AA6D19A}"/>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265"/>
        <p:cNvGrpSpPr/>
        <p:nvPr/>
      </p:nvGrpSpPr>
      <p:grpSpPr>
        <a:xfrm>
          <a:off x="0" y="0"/>
          <a:ext cx="0" cy="0"/>
          <a:chOff x="0" y="0"/>
          <a:chExt cx="0" cy="0"/>
        </a:xfrm>
      </p:grpSpPr>
      <p:sp>
        <p:nvSpPr>
          <p:cNvPr id="266" name="Google Shape;266;p53"/>
          <p:cNvSpPr txBox="1">
            <a:spLocks noGrp="1"/>
          </p:cNvSpPr>
          <p:nvPr>
            <p:ph type="ctrTitle"/>
          </p:nvPr>
        </p:nvSpPr>
        <p:spPr>
          <a:xfrm>
            <a:off x="0" y="2820425"/>
            <a:ext cx="9144000" cy="581700"/>
          </a:xfrm>
          <a:prstGeom prst="rect">
            <a:avLst/>
          </a:prstGeom>
          <a:solidFill>
            <a:schemeClr val="lt2"/>
          </a:solidFill>
          <a:ln>
            <a:noFill/>
          </a:ln>
        </p:spPr>
        <p:txBody>
          <a:bodyPr spcFirstLastPara="1" wrap="square" lIns="91425" tIns="91425" rIns="91425" bIns="91425" anchor="b" anchorCtr="0">
            <a:noAutofit/>
          </a:bodyPr>
          <a:lstStyle/>
          <a:p>
            <a:pPr marL="0" lvl="0" indent="0" algn="l" rtl="0">
              <a:lnSpc>
                <a:spcPct val="100000"/>
              </a:lnSpc>
              <a:spcBef>
                <a:spcPts val="0"/>
              </a:spcBef>
              <a:spcAft>
                <a:spcPts val="0"/>
              </a:spcAft>
              <a:buSzPts val="4800"/>
              <a:buNone/>
            </a:pPr>
            <a:r>
              <a:rPr lang="en-US" sz="3300">
                <a:solidFill>
                  <a:schemeClr val="lt1"/>
                </a:solidFill>
                <a:latin typeface="Century Gothic"/>
                <a:ea typeface="Century Gothic"/>
                <a:cs typeface="Century Gothic"/>
                <a:sym typeface="Century Gothic"/>
              </a:rPr>
              <a:t>APPENDIX</a:t>
            </a:r>
            <a:endParaRPr sz="3300">
              <a:solidFill>
                <a:schemeClr val="lt1"/>
              </a:solidFill>
              <a:latin typeface="Century Gothic"/>
              <a:ea typeface="Century Gothic"/>
              <a:cs typeface="Century Gothic"/>
              <a:sym typeface="Century Gothic"/>
            </a:endParaRP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270"/>
        <p:cNvGrpSpPr/>
        <p:nvPr/>
      </p:nvGrpSpPr>
      <p:grpSpPr>
        <a:xfrm>
          <a:off x="0" y="0"/>
          <a:ext cx="0" cy="0"/>
          <a:chOff x="0" y="0"/>
          <a:chExt cx="0" cy="0"/>
        </a:xfrm>
      </p:grpSpPr>
      <p:sp>
        <p:nvSpPr>
          <p:cNvPr id="271" name="Google Shape;271;p54"/>
          <p:cNvSpPr txBox="1">
            <a:spLocks noGrp="1"/>
          </p:cNvSpPr>
          <p:nvPr>
            <p:ph type="title"/>
          </p:nvPr>
        </p:nvSpPr>
        <p:spPr>
          <a:xfrm>
            <a:off x="202550" y="289279"/>
            <a:ext cx="852060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US">
                <a:solidFill>
                  <a:schemeClr val="lt2"/>
                </a:solidFill>
                <a:latin typeface="Century Gothic"/>
                <a:ea typeface="Century Gothic"/>
                <a:cs typeface="Century Gothic"/>
                <a:sym typeface="Century Gothic"/>
              </a:rPr>
              <a:t>Slide Header</a:t>
            </a:r>
            <a:endParaRPr>
              <a:solidFill>
                <a:schemeClr val="lt2"/>
              </a:solidFill>
              <a:latin typeface="Century Gothic"/>
              <a:ea typeface="Century Gothic"/>
              <a:cs typeface="Century Gothic"/>
              <a:sym typeface="Century Gothic"/>
            </a:endParaRPr>
          </a:p>
        </p:txBody>
      </p:sp>
      <p:sp>
        <p:nvSpPr>
          <p:cNvPr id="272" name="Google Shape;272;p54"/>
          <p:cNvSpPr txBox="1">
            <a:spLocks noGrp="1"/>
          </p:cNvSpPr>
          <p:nvPr>
            <p:ph type="body" idx="1"/>
          </p:nvPr>
        </p:nvSpPr>
        <p:spPr>
          <a:xfrm>
            <a:off x="202550" y="861975"/>
            <a:ext cx="8629800" cy="3706800"/>
          </a:xfrm>
          <a:prstGeom prst="rect">
            <a:avLst/>
          </a:prstGeom>
          <a:noFill/>
          <a:ln>
            <a:noFill/>
          </a:ln>
        </p:spPr>
        <p:txBody>
          <a:bodyPr spcFirstLastPara="1" wrap="square" lIns="91425" tIns="91425" rIns="91425" bIns="91425" anchor="t" anchorCtr="0">
            <a:noAutofit/>
          </a:bodyPr>
          <a:lstStyle/>
          <a:p>
            <a:pPr marL="457200" lvl="0" indent="-317500" algn="l" rtl="0">
              <a:lnSpc>
                <a:spcPct val="115000"/>
              </a:lnSpc>
              <a:spcBef>
                <a:spcPts val="1000"/>
              </a:spcBef>
              <a:spcAft>
                <a:spcPts val="1000"/>
              </a:spcAft>
              <a:buClr>
                <a:schemeClr val="dk1"/>
              </a:buClr>
              <a:buSzPts val="1400"/>
              <a:buFont typeface="Century Gothic"/>
              <a:buChar char="●"/>
            </a:pPr>
            <a:r>
              <a:rPr lang="en-US" sz="1400">
                <a:solidFill>
                  <a:schemeClr val="dk1"/>
                </a:solidFill>
                <a:latin typeface="Century Gothic"/>
                <a:ea typeface="Century Gothic"/>
                <a:cs typeface="Century Gothic"/>
                <a:sym typeface="Century Gothic"/>
              </a:rPr>
              <a:t>Please add any other pointers (if needed)</a:t>
            </a:r>
            <a:endParaRPr sz="1400">
              <a:solidFill>
                <a:schemeClr val="dk1"/>
              </a:solidFill>
              <a:latin typeface="Century Gothic"/>
              <a:ea typeface="Century Gothic"/>
              <a:cs typeface="Century Gothic"/>
              <a:sym typeface="Century Gothic"/>
            </a:endParaRPr>
          </a:p>
        </p:txBody>
      </p:sp>
      <p:sp>
        <p:nvSpPr>
          <p:cNvPr id="2" name="Slide Number Placeholder 1">
            <a:extLst>
              <a:ext uri="{FF2B5EF4-FFF2-40B4-BE49-F238E27FC236}">
                <a16:creationId xmlns:a16="http://schemas.microsoft.com/office/drawing/2014/main" id="{D3DC1E3D-B5A6-1A3C-BFB8-F586E099D8FD}"/>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278"/>
        <p:cNvGrpSpPr/>
        <p:nvPr/>
      </p:nvGrpSpPr>
      <p:grpSpPr>
        <a:xfrm>
          <a:off x="0" y="0"/>
          <a:ext cx="0" cy="0"/>
          <a:chOff x="0" y="0"/>
          <a:chExt cx="0" cy="0"/>
        </a:xfrm>
      </p:grpSpPr>
      <p:sp>
        <p:nvSpPr>
          <p:cNvPr id="279" name="Google Shape;279;p55"/>
          <p:cNvSpPr txBox="1">
            <a:spLocks noGrp="1"/>
          </p:cNvSpPr>
          <p:nvPr>
            <p:ph type="title"/>
          </p:nvPr>
        </p:nvSpPr>
        <p:spPr>
          <a:xfrm>
            <a:off x="70129" y="6703219"/>
            <a:ext cx="15008700" cy="697800"/>
          </a:xfrm>
          <a:prstGeom prst="rect">
            <a:avLst/>
          </a:prstGeom>
          <a:noFill/>
          <a:ln>
            <a:noFill/>
          </a:ln>
        </p:spPr>
        <p:txBody>
          <a:bodyPr spcFirstLastPara="1" wrap="square" lIns="0" tIns="12850" rIns="0" bIns="0" anchor="t" anchorCtr="0">
            <a:noAutofit/>
          </a:bodyPr>
          <a:lstStyle/>
          <a:p>
            <a:pPr marL="0" lvl="0" indent="0" algn="l" rtl="0">
              <a:lnSpc>
                <a:spcPct val="100000"/>
              </a:lnSpc>
              <a:spcBef>
                <a:spcPts val="0"/>
              </a:spcBef>
              <a:spcAft>
                <a:spcPts val="0"/>
              </a:spcAft>
              <a:buSzPts val="2200"/>
              <a:buNone/>
            </a:pPr>
            <a:endParaRPr/>
          </a:p>
        </p:txBody>
      </p:sp>
      <p:sp>
        <p:nvSpPr>
          <p:cNvPr id="280" name="Google Shape;280;p55"/>
          <p:cNvSpPr txBox="1">
            <a:spLocks noGrp="1"/>
          </p:cNvSpPr>
          <p:nvPr>
            <p:ph type="sldNum" idx="4294967295"/>
          </p:nvPr>
        </p:nvSpPr>
        <p:spPr>
          <a:xfrm>
            <a:off x="8556784" y="4749851"/>
            <a:ext cx="548700" cy="393600"/>
          </a:xfrm>
          <a:prstGeom prst="rect">
            <a:avLst/>
          </a:prstGeom>
          <a:noFill/>
          <a:ln>
            <a:noFill/>
          </a:ln>
        </p:spPr>
        <p:txBody>
          <a:bodyPr spcFirstLastPara="1" wrap="square" lIns="91425" tIns="91425" rIns="91425" bIns="91425" anchor="ctr" anchorCtr="0">
            <a:noAutofit/>
          </a:bodyPr>
          <a:lstStyle/>
          <a:p>
            <a:pPr marL="0" lvl="0" indent="0" algn="ctr" rtl="0">
              <a:lnSpc>
                <a:spcPct val="100000"/>
              </a:lnSpc>
              <a:spcBef>
                <a:spcPts val="0"/>
              </a:spcBef>
              <a:spcAft>
                <a:spcPts val="0"/>
              </a:spcAft>
              <a:buSzPts val="800"/>
              <a:buNone/>
            </a:pPr>
            <a:fld id="{00000000-1234-1234-1234-123412341234}" type="slidenum">
              <a:rPr lang="en-US"/>
              <a:t>47</a:t>
            </a:fld>
            <a:endParaRPr/>
          </a:p>
        </p:txBody>
      </p:sp>
    </p:spTree>
  </p:cSld>
  <p:clrMapOvr>
    <a:masterClrMapping/>
  </p:clrMapOvr>
</p:sld>
</file>

<file path=ppt/theme/theme1.xml><?xml version="1.0" encoding="utf-8"?>
<a:theme xmlns:a="http://schemas.openxmlformats.org/drawingml/2006/main" name="Just Logo">
  <a:themeElements>
    <a:clrScheme name="Simple Light">
      <a:dk1>
        <a:srgbClr val="222222"/>
      </a:dk1>
      <a:lt1>
        <a:srgbClr val="FFFFFF"/>
      </a:lt1>
      <a:dk2>
        <a:srgbClr val="222222"/>
      </a:dk2>
      <a:lt2>
        <a:srgbClr val="0E39A9"/>
      </a:lt2>
      <a:accent1>
        <a:srgbClr val="FFAB40"/>
      </a:accent1>
      <a:accent2>
        <a:srgbClr val="6F4294"/>
      </a:accent2>
      <a:accent3>
        <a:srgbClr val="FFA000"/>
      </a:accent3>
      <a:accent4>
        <a:srgbClr val="FFAB40"/>
      </a:accent4>
      <a:accent5>
        <a:srgbClr val="FFDF00"/>
      </a:accent5>
      <a:accent6>
        <a:srgbClr val="1974D5"/>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Just Logo">
  <a:themeElements>
    <a:clrScheme name="Simple Light">
      <a:dk1>
        <a:srgbClr val="222222"/>
      </a:dk1>
      <a:lt1>
        <a:srgbClr val="FFFFFF"/>
      </a:lt1>
      <a:dk2>
        <a:srgbClr val="222222"/>
      </a:dk2>
      <a:lt2>
        <a:srgbClr val="0E39A9"/>
      </a:lt2>
      <a:accent1>
        <a:srgbClr val="FFAB40"/>
      </a:accent1>
      <a:accent2>
        <a:srgbClr val="6F4294"/>
      </a:accent2>
      <a:accent3>
        <a:srgbClr val="FFA000"/>
      </a:accent3>
      <a:accent4>
        <a:srgbClr val="FFAB40"/>
      </a:accent4>
      <a:accent5>
        <a:srgbClr val="FFDF00"/>
      </a:accent5>
      <a:accent6>
        <a:srgbClr val="1974D5"/>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Just Logo">
  <a:themeElements>
    <a:clrScheme name="Simple Light">
      <a:dk1>
        <a:srgbClr val="000000"/>
      </a:dk1>
      <a:lt1>
        <a:srgbClr val="FFFFFF"/>
      </a:lt1>
      <a:dk2>
        <a:srgbClr val="595959"/>
      </a:dk2>
      <a:lt2>
        <a:srgbClr val="EEEEEE"/>
      </a:lt2>
      <a:accent1>
        <a:srgbClr val="FFAB40"/>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444</TotalTime>
  <Words>2143</Words>
  <Application>Microsoft Office PowerPoint</Application>
  <PresentationFormat>On-screen Show (16:9)</PresentationFormat>
  <Paragraphs>300</Paragraphs>
  <Slides>47</Slides>
  <Notes>44</Notes>
  <HiddenSlides>0</HiddenSlides>
  <MMClips>0</MMClips>
  <ScaleCrop>false</ScaleCrop>
  <HeadingPairs>
    <vt:vector size="6" baseType="variant">
      <vt:variant>
        <vt:lpstr>Fonts Used</vt:lpstr>
      </vt:variant>
      <vt:variant>
        <vt:i4>6</vt:i4>
      </vt:variant>
      <vt:variant>
        <vt:lpstr>Theme</vt:lpstr>
      </vt:variant>
      <vt:variant>
        <vt:i4>3</vt:i4>
      </vt:variant>
      <vt:variant>
        <vt:lpstr>Slide Titles</vt:lpstr>
      </vt:variant>
      <vt:variant>
        <vt:i4>47</vt:i4>
      </vt:variant>
    </vt:vector>
  </HeadingPairs>
  <TitlesOfParts>
    <vt:vector size="56" baseType="lpstr">
      <vt:lpstr>Century Gothic</vt:lpstr>
      <vt:lpstr>Nunito</vt:lpstr>
      <vt:lpstr>Calibri</vt:lpstr>
      <vt:lpstr>Arial</vt:lpstr>
      <vt:lpstr>Nunito SemiBold</vt:lpstr>
      <vt:lpstr>Nunito ExtraBold</vt:lpstr>
      <vt:lpstr>Just Logo</vt:lpstr>
      <vt:lpstr>Just Logo</vt:lpstr>
      <vt:lpstr>Just Logo</vt:lpstr>
      <vt:lpstr>Home Loan Defaults Prediction Methods - Neural Networks</vt:lpstr>
      <vt:lpstr>Contents / Agenda</vt:lpstr>
      <vt:lpstr>Data Dictionary</vt:lpstr>
      <vt:lpstr>Data Dictionary</vt:lpstr>
      <vt:lpstr>Business Problem Overview</vt:lpstr>
      <vt:lpstr>Business Problem Overview</vt:lpstr>
      <vt:lpstr>Business Problem Overview</vt:lpstr>
      <vt:lpstr>Project Goals and Objectives</vt:lpstr>
      <vt:lpstr>Solution Approach </vt:lpstr>
      <vt:lpstr>Solution Approach </vt:lpstr>
      <vt:lpstr>Expected Outcomes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Scenario 1: Basic Neural Network </vt:lpstr>
      <vt:lpstr>Scenario 2: Neural Network With Parameter Tuning</vt:lpstr>
      <vt:lpstr>Scenario 3: Neural Network Using Grid Search </vt:lpstr>
      <vt:lpstr>PowerPoint Presentation</vt:lpstr>
      <vt:lpstr>Conclusions and Recommendations</vt:lpstr>
      <vt:lpstr>APPENDIX</vt:lpstr>
      <vt:lpstr>Slide Header</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John Buczkowski</dc:creator>
  <cp:lastModifiedBy>John Buczkowski</cp:lastModifiedBy>
  <cp:revision>127</cp:revision>
  <dcterms:modified xsi:type="dcterms:W3CDTF">2025-12-13T21:21:32Z</dcterms:modified>
</cp:coreProperties>
</file>