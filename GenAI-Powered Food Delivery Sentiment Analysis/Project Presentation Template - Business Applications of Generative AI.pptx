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Nunito ExtraBold"/>
      <p:bold r:id="rId28"/>
      <p:boldItalic r:id="rId29"/>
    </p:embeddedFont>
    <p:embeddedFont>
      <p:font typeface="Century Gothic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B319B6-1B31-4366-9C82-306C2A513EA6}">
  <a:tblStyle styleId="{01B319B6-1B31-4366-9C82-306C2A513EA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NunitoExtraBold-bold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ExtraBold-bold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CenturyGothic-bold.fntdata"/><Relationship Id="rId30" Type="http://schemas.openxmlformats.org/officeDocument/2006/relationships/font" Target="fonts/CenturyGothic-regular.fntdata"/><Relationship Id="rId11" Type="http://schemas.openxmlformats.org/officeDocument/2006/relationships/slide" Target="slides/slide3.xml"/><Relationship Id="rId33" Type="http://schemas.openxmlformats.org/officeDocument/2006/relationships/font" Target="fonts/CenturyGothic-boldItalic.fntdata"/><Relationship Id="rId10" Type="http://schemas.openxmlformats.org/officeDocument/2006/relationships/slide" Target="slides/slide2.xml"/><Relationship Id="rId32" Type="http://schemas.openxmlformats.org/officeDocument/2006/relationships/font" Target="fonts/CenturyGothic-italic.fnt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cd30dbf4a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2cd30dbf4a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d30dbf4a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2cd30dbf4a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d30dbf4aa_0_2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2cd30dbf4a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d30dbf4aa_0_2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2cd30dbf4aa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d30dbf4aa_0_2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2cd30dbf4a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cd30dbf4aa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cd30dbf4aa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d30dbf4aa_0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cd30dbf4a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cd30dbf4aa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2cd30dbf4aa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cd30dbf4aa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2cd30dbf4aa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d30dbf4aa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2cd30dbf4aa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cd30dbf4aa_0_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2cd30dbf4aa_0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2cd30dbf4aa_0_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2cd30dbf4aa_0_30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71" name="Google Shape;71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{01B319B6-1B31-4366-9C82-306C2A513EA6}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94" name="Google Shape;94;p23"/>
          <p:cNvPicPr preferRelativeResize="0"/>
          <p:nvPr/>
        </p:nvPicPr>
        <p:blipFill rotWithShape="1">
          <a:blip r:embed="rId2">
            <a:alphaModFix/>
          </a:blip>
          <a:srcRect b="19147" l="42815" r="37295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97" name="Google Shape;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09" name="Google Shape;109;p25"/>
          <p:cNvPicPr preferRelativeResize="0"/>
          <p:nvPr/>
        </p:nvPicPr>
        <p:blipFill rotWithShape="1">
          <a:blip r:embed="rId2">
            <a:alphaModFix/>
          </a:blip>
          <a:srcRect b="19147" l="42815" r="37295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5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5" name="Google Shape;115;p26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25" name="Google Shape;125;p2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{01B319B6-1B31-4366-9C82-306C2A513EA6}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" name="Google Shape;141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57" name="Google Shape;57;p13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1" name="Google Shape;101;p2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05" name="Google Shape;105;p2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Presentation Title</a:t>
            </a:r>
            <a:endParaRPr sz="360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35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and Course Name</a:t>
            </a:r>
            <a:endParaRPr b="0" sz="300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35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</a:t>
            </a:r>
            <a:endParaRPr b="0" sz="160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Contents / Agenda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p3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Context, Problem Overview and Solution Approach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Exploring Different Prompting Techniques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Prompts and the structure of the Prompts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 from the Prompts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Observations/Insights and conclusions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202550" y="289275"/>
            <a:ext cx="77127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Context, Problem Overview and Solution Approach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37"/>
          <p:cNvSpPr txBox="1"/>
          <p:nvPr>
            <p:ph idx="1" type="body"/>
          </p:nvPr>
        </p:nvSpPr>
        <p:spPr>
          <a:xfrm>
            <a:off x="202550" y="1243025"/>
            <a:ext cx="8629800" cy="3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define the problem, business context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mention the solution approach / methodology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Exploring Different Prompting Techniques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Explore how using different prompting techniques impact the generated output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Understand the effectiveness of different techniques on the problem statement at hand, based on the final output extracted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Provide details on which is the most suitable prompting template to solve this problem statement. Justify the same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i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i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Prompts and the structure of the Prompts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p3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the Prompt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the details on the structure of the Prompt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i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i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 from the Prompt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2" name="Google Shape;182;p4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Overview of the actual output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Explain the structured fields of the output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i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i="1"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40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Observations/Insights and conclusions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4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the observations, insights and conclusions from this exercise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your recommendations for a business looking to adopt a solution such as this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</a:t>
            </a:r>
            <a:r>
              <a:rPr i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You can use more than one slide if needed </a:t>
            </a:r>
            <a:endParaRPr i="1"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41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2"/>
          <p:cNvSpPr txBox="1"/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33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 overview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4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mention the dataset overview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Slide Header</a:t>
            </a:r>
            <a:endParaRPr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4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any other pointers (if needed)</a:t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15" name="Google Shape;215;p4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