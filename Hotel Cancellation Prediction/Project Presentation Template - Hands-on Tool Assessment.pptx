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entury Gothic" panose="020B0502020202020204" pitchFamily="34" charset="0"/>
      <p:regular r:id="rId20"/>
      <p:bold r:id="rId21"/>
      <p:italic r:id="rId22"/>
      <p:boldItalic r:id="rId23"/>
    </p:embeddedFont>
    <p:embeddedFont>
      <p:font typeface="Nunito" panose="020B0604020202020204" charset="0"/>
      <p:regular r:id="rId24"/>
      <p:bold r:id="rId25"/>
      <p:italic r:id="rId26"/>
      <p:boldItalic r:id="rId27"/>
    </p:embeddedFont>
    <p:embeddedFont>
      <p:font typeface="Nunito ExtraBold" panose="020B0604020202020204" charset="0"/>
      <p:bold r:id="rId28"/>
      <p:boldItalic r:id="rId29"/>
    </p:embeddedFont>
    <p:embeddedFont>
      <p:font typeface="Nunito SemiBold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id0rXy6ReFD6NxqKQvUv6xq6Uv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89CD52-7E7E-40B7-8053-ECE04166FD74}">
  <a:tblStyle styleId="{8A89CD52-7E7E-40B7-8053-ECE04166FD7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rgbClr val="5B9BD5">
              <a:alpha val="20000"/>
            </a:srgb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5B9BD5">
              <a:alpha val="20000"/>
            </a:srgb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0e9006cb6c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0e9006cb6c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0e9006cb6c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10e9006cb6c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0e9006cb6c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10e9006cb6c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0ae355dec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10ae355dec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25be7063d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125be7063d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25be7063d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125be7063d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0e9006cb6c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10e9006cb6c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0ee00f67ea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g10ee00f67ea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10ee00f67ea_0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10ee00f67ea_0_55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e1a9588eba_0_9"/>
          <p:cNvSpPr txBox="1">
            <a:spLocks noGrp="1"/>
          </p:cNvSpPr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6" name="Google Shape;16;ge1a9588eba_0_9"/>
          <p:cNvSpPr txBox="1">
            <a:spLocks noGrp="1"/>
          </p:cNvSpPr>
          <p:nvPr>
            <p:ph type="subTitle" idx="1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e1a9588eba_0_15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e1a9588eba_0_15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20" name="Google Shape;20;ge1a9588eba_0_15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e1a9588eba_0_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ge1a9588eba_0_1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CUSTOM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e1a9588eba_0_19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aphicFrame>
        <p:nvGraphicFramePr>
          <p:cNvPr id="26" name="Google Shape;26;ge1a9588eba_0_19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{8A89CD52-7E7E-40B7-8053-ECE04166FD74}</a:tableStyleId>
              </a:tblPr>
              <a:tblGrid>
                <a:gridCol w="8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baseline="30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Google Shape;27;ge1a9588eba_0_19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e1a9588eba_0_23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e1a9588eba_0_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e1a9588eba_0_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e1a9588eba_0_23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e1a9588eba_0_28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e1a9588eba_0_28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e1a9588eba_0_3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ge1a9588eba_0_3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e1a9588eba_0_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e1a9588eba_0_3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ge1a9588eba_0_3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ge1a9588eba_0_3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ge1a9588eba_0_34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e1a9588eba_0_40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9588eba_0_42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" name="Google Shape;49;ge1a9588eba_0_42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2816" t="18358" r="37295" b="1915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ge1a9588eba_0_42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ge1a9588eba_0_42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sz="3300" b="0" i="0" u="none" strike="noStrike" cap="non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ge1a9588eba_0_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ee00f67ea_0_104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g10ee00f67ea_0_104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2816" t="18358" r="37295" b="1915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10ee00f67ea_0_104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g10ee00f67ea_0_104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sz="3300" b="0" i="0" u="none" strike="noStrike" cap="non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67" name="Google Shape;67;g10ee00f67ea_0_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ee00f67ea_0_71"/>
          <p:cNvSpPr txBox="1">
            <a:spLocks noGrp="1"/>
          </p:cNvSpPr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0" name="Google Shape;70;g10ee00f67ea_0_71"/>
          <p:cNvSpPr txBox="1">
            <a:spLocks noGrp="1"/>
          </p:cNvSpPr>
          <p:nvPr>
            <p:ph type="subTitle" idx="1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0ee00f67ea_0_7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g10ee00f67ea_0_74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0ee00f67ea_0_77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g10ee00f67ea_0_77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7" name="Google Shape;77;g10ee00f67ea_0_77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CUSTOM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0ee00f67ea_0_81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aphicFrame>
        <p:nvGraphicFramePr>
          <p:cNvPr id="80" name="Google Shape;80;g10ee00f67ea_0_81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{8A89CD52-7E7E-40B7-8053-ECE04166FD74}</a:tableStyleId>
              </a:tblPr>
              <a:tblGrid>
                <a:gridCol w="8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baseline="30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1" name="Google Shape;81;g10ee00f67ea_0_8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0ee00f67ea_0_85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g10ee00f67ea_0_8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5" name="Google Shape;85;g10ee00f67ea_0_8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6" name="Google Shape;86;g10ee00f67ea_0_85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0ee00f67ea_0_90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g10ee00f67ea_0_90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0ee00f67ea_0_9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2" name="Google Shape;92;g10ee00f67ea_0_93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ee00f67ea_0_9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10ee00f67ea_0_9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6" name="Google Shape;96;g10ee00f67ea_0_9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7" name="Google Shape;97;g10ee00f67ea_0_9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g10ee00f67ea_0_96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0ee00f67ea_0_10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e1a9588eba_0_0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7" name="Google Shape;7;ge1a9588eba_0_0"/>
          <p:cNvSpPr txBox="1">
            <a:spLocks noGrp="1"/>
          </p:cNvSpPr>
          <p:nvPr>
            <p:ph type="body" idx="1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ge1a9588eba_0_0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0" lvl="0" indent="0" algn="ctr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ge1a9588eba_0_0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ge1a9588eba_0_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ge1a9588eba_0_0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ge1a9588eba_0_0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e1a9588eba_0_0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0ee00f67ea_0_62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55" name="Google Shape;55;g10ee00f67ea_0_62"/>
          <p:cNvSpPr txBox="1">
            <a:spLocks noGrp="1"/>
          </p:cNvSpPr>
          <p:nvPr>
            <p:ph type="body" idx="1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56" name="Google Shape;56;g10ee00f67ea_0_62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0" lvl="0" indent="0" algn="ctr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g10ee00f67ea_0_6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g10ee00f67ea_0_6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g10ee00f67ea_0_62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60" name="Google Shape;60;g10ee00f67ea_0_62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10ee00f67ea_0_62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mc:AlternateContent xmlns:mc="http://schemas.openxmlformats.org/markup-compatibility/2006" xmlns:p14="http://schemas.microsoft.com/office/powerpoint/2010/main">
    <mc:Choice Requires="p14">
      <p:transition p14:dur="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>
            <a:spLocks noGrp="1"/>
          </p:cNvSpPr>
          <p:nvPr>
            <p:ph type="ctrTitle"/>
          </p:nvPr>
        </p:nvSpPr>
        <p:spPr>
          <a:xfrm>
            <a:off x="1158150" y="1412050"/>
            <a:ext cx="68277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Presentation Title</a:t>
            </a:r>
            <a:endParaRPr sz="360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p1"/>
          <p:cNvSpPr txBox="1">
            <a:spLocks noGrp="1"/>
          </p:cNvSpPr>
          <p:nvPr>
            <p:ph type="ctrTitle"/>
          </p:nvPr>
        </p:nvSpPr>
        <p:spPr>
          <a:xfrm>
            <a:off x="1153000" y="2038575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000" b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and Course Name</a:t>
            </a:r>
            <a:endParaRPr sz="3000" b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7" name="Google Shape;107;p1"/>
          <p:cNvSpPr txBox="1">
            <a:spLocks noGrp="1"/>
          </p:cNvSpPr>
          <p:nvPr>
            <p:ph type="ctrTitle"/>
          </p:nvPr>
        </p:nvSpPr>
        <p:spPr>
          <a:xfrm>
            <a:off x="1153000" y="2429300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1600" b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</a:t>
            </a:r>
            <a:endParaRPr sz="1600" b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Contents / Agenda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p2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Executive Summary 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Problem Overview and Solution Approach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Results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Preprocessing 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Summary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Appendix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e9006cb6c_1_2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Executive Summary 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" name="Google Shape;119;g10e9006cb6c_1_2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mention actionable insights &amp; recommendations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Problem Overview and Solution Approach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define the problem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mention the solution approach / methodology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0e9006cb6c_1_7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Results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g10e9006cb6c_1_7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mention the key results from EDA</a:t>
            </a:r>
            <a:endParaRPr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endParaRPr lang="en" sz="1200" b="1" i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rPr lang="en" sz="1200" b="1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Note</a:t>
            </a:r>
            <a:r>
              <a:rPr lang="en" sz="1200" i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You can use more than one slide if needed </a:t>
            </a:r>
            <a:endParaRPr sz="1200" i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Summary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" name="Google Shape;138;p6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Overview of the final ML model and its parameters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Summary of most important features used by the ML model for prediction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Summary of key performance metrics for training and test data of all the models in tabular format for comparison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lang="en" sz="1200" b="1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Note</a:t>
            </a:r>
            <a:r>
              <a:rPr lang="en" sz="12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You can use more than one slide if needed </a:t>
            </a:r>
            <a:endParaRPr sz="1300" i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0e9006cb6c_1_20"/>
          <p:cNvSpPr txBox="1">
            <a:spLocks noGrp="1"/>
          </p:cNvSpPr>
          <p:nvPr>
            <p:ph type="ctrTitle"/>
          </p:nvPr>
        </p:nvSpPr>
        <p:spPr>
          <a:xfrm>
            <a:off x="0" y="2820425"/>
            <a:ext cx="9144000" cy="58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3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APPENDIX</a:t>
            </a:r>
            <a:endParaRPr sz="33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0ae355dec7_0_0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Background and Contents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0" name="Google Shape;150;g10ae355dec7_0_0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mention the data background and contents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25be7063df_0_5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Building - Decision Tree / Random Forest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g125be7063df_0_5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>
              <a:spcBef>
                <a:spcPts val="10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Comment on the model performance of Decision Tree / Random Forest</a:t>
            </a:r>
            <a:endParaRPr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endParaRPr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rPr lang="en" sz="1200" b="1" i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Note</a:t>
            </a:r>
            <a:r>
              <a:rPr lang="en" sz="1200" i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You can use more than one slide if needed </a:t>
            </a:r>
            <a:endParaRPr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25be7063df_0_10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15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Evaluation and Improvement - Decision Tree / Random Forest</a:t>
            </a:r>
            <a:endParaRPr sz="190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g125be7063df_0_10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comment on  the improvement in the model performance by trying the different pruning techniques 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Check the feature importance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rPr lang="en" sz="1200" b="1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Note</a:t>
            </a:r>
            <a:r>
              <a:rPr lang="en" sz="12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You can use more than one slide if needed 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0e9006cb6c_1_28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Slide Header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8" name="Google Shape;168;g10e9006cb6c_1_28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add any other pointers (if needed)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0ee00f67ea_0_55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/>
          </a:p>
        </p:txBody>
      </p:sp>
      <p:sp>
        <p:nvSpPr>
          <p:cNvPr id="176" name="Google Shape;176;g10ee00f67ea_0_55"/>
          <p:cNvSpPr txBox="1">
            <a:spLocks noGrp="1"/>
          </p:cNvSpPr>
          <p:nvPr>
            <p:ph type="sldNum" idx="4294967295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238</Words>
  <Application>Microsoft Office PowerPoint</Application>
  <PresentationFormat>On-screen Show (16:9)</PresentationFormat>
  <Paragraphs>42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Nunito</vt:lpstr>
      <vt:lpstr>Calibri</vt:lpstr>
      <vt:lpstr>Arial</vt:lpstr>
      <vt:lpstr>Century Gothic</vt:lpstr>
      <vt:lpstr>Nunito SemiBold</vt:lpstr>
      <vt:lpstr>Nunito ExtraBold</vt:lpstr>
      <vt:lpstr>Just Logo</vt:lpstr>
      <vt:lpstr>Just Logo</vt:lpstr>
      <vt:lpstr>Presentation Title</vt:lpstr>
      <vt:lpstr>Contents / Agenda</vt:lpstr>
      <vt:lpstr>Executive Summary </vt:lpstr>
      <vt:lpstr>Business Problem Overview and Solution Approach</vt:lpstr>
      <vt:lpstr>EDA Results</vt:lpstr>
      <vt:lpstr>Model Performance Summary</vt:lpstr>
      <vt:lpstr>APPENDIX</vt:lpstr>
      <vt:lpstr>Data Background and Contents</vt:lpstr>
      <vt:lpstr>Model Building - Decision Tree / Random Forest</vt:lpstr>
      <vt:lpstr>Model Performance Evaluation and Improvement - Decision Tree / Random Forest</vt:lpstr>
      <vt:lpstr>Slide Header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cp:lastModifiedBy>Prashant Kumar</cp:lastModifiedBy>
  <cp:revision>4</cp:revision>
  <dcterms:modified xsi:type="dcterms:W3CDTF">2023-07-24T07:32:44Z</dcterms:modified>
</cp:coreProperties>
</file>